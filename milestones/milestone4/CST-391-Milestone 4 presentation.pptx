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5" r:id="rId1"/>
  </p:sldMasterIdLst>
  <p:notesMasterIdLst>
    <p:notesMasterId r:id="rId9"/>
  </p:notesMasterIdLst>
  <p:sldIdLst>
    <p:sldId id="263" r:id="rId2"/>
    <p:sldId id="265" r:id="rId3"/>
    <p:sldId id="264" r:id="rId4"/>
    <p:sldId id="266" r:id="rId5"/>
    <p:sldId id="267" r:id="rId6"/>
    <p:sldId id="268" r:id="rId7"/>
    <p:sldId id="269" r:id="rId8"/>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B030EC-88BE-4299-9183-4D0CA4284527}" v="12" dt="2026-02-23T13:23:42.8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85" d="100"/>
          <a:sy n="85" d="100"/>
        </p:scale>
        <p:origin x="84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LINE BOWENS" userId="a2d93fef35549dd9" providerId="LiveId" clId="{90DB2DF4-022A-42B8-9068-DBD65068BF46}"/>
    <pc:docChg chg="undo redo custSel addSld delSld modSld">
      <pc:chgData name="SELINE BOWENS" userId="a2d93fef35549dd9" providerId="LiveId" clId="{90DB2DF4-022A-42B8-9068-DBD65068BF46}" dt="2026-02-23T13:26:01.285" v="785" actId="20577"/>
      <pc:docMkLst>
        <pc:docMk/>
      </pc:docMkLst>
      <pc:sldChg chg="del">
        <pc:chgData name="SELINE BOWENS" userId="a2d93fef35549dd9" providerId="LiveId" clId="{90DB2DF4-022A-42B8-9068-DBD65068BF46}" dt="2026-02-23T12:03:07.017" v="59" actId="2696"/>
        <pc:sldMkLst>
          <pc:docMk/>
          <pc:sldMk cId="0" sldId="256"/>
        </pc:sldMkLst>
      </pc:sldChg>
      <pc:sldChg chg="delSp modSp del mod">
        <pc:chgData name="SELINE BOWENS" userId="a2d93fef35549dd9" providerId="LiveId" clId="{90DB2DF4-022A-42B8-9068-DBD65068BF46}" dt="2026-02-23T12:28:02.427" v="536" actId="2696"/>
        <pc:sldMkLst>
          <pc:docMk/>
          <pc:sldMk cId="0" sldId="257"/>
        </pc:sldMkLst>
        <pc:spChg chg="del mod">
          <ac:chgData name="SELINE BOWENS" userId="a2d93fef35549dd9" providerId="LiveId" clId="{90DB2DF4-022A-42B8-9068-DBD65068BF46}" dt="2026-02-23T12:24:40.916" v="458" actId="478"/>
          <ac:spMkLst>
            <pc:docMk/>
            <pc:sldMk cId="0" sldId="257"/>
            <ac:spMk id="2" creationId="{00000000-0000-0000-0000-000000000000}"/>
          </ac:spMkLst>
        </pc:spChg>
        <pc:spChg chg="del mod">
          <ac:chgData name="SELINE BOWENS" userId="a2d93fef35549dd9" providerId="LiveId" clId="{90DB2DF4-022A-42B8-9068-DBD65068BF46}" dt="2026-02-23T12:26:26.263" v="515" actId="478"/>
          <ac:spMkLst>
            <pc:docMk/>
            <pc:sldMk cId="0" sldId="257"/>
            <ac:spMk id="3" creationId="{00000000-0000-0000-0000-000000000000}"/>
          </ac:spMkLst>
        </pc:spChg>
        <pc:spChg chg="mod">
          <ac:chgData name="SELINE BOWENS" userId="a2d93fef35549dd9" providerId="LiveId" clId="{90DB2DF4-022A-42B8-9068-DBD65068BF46}" dt="2026-02-23T12:24:09.420" v="453" actId="14100"/>
          <ac:spMkLst>
            <pc:docMk/>
            <pc:sldMk cId="0" sldId="257"/>
            <ac:spMk id="4" creationId="{00000000-0000-0000-0000-000000000000}"/>
          </ac:spMkLst>
        </pc:spChg>
        <pc:spChg chg="del">
          <ac:chgData name="SELINE BOWENS" userId="a2d93fef35549dd9" providerId="LiveId" clId="{90DB2DF4-022A-42B8-9068-DBD65068BF46}" dt="2026-02-23T12:24:35.179" v="457" actId="478"/>
          <ac:spMkLst>
            <pc:docMk/>
            <pc:sldMk cId="0" sldId="257"/>
            <ac:spMk id="5" creationId="{00000000-0000-0000-0000-000000000000}"/>
          </ac:spMkLst>
        </pc:spChg>
        <pc:spChg chg="mod">
          <ac:chgData name="SELINE BOWENS" userId="a2d93fef35549dd9" providerId="LiveId" clId="{90DB2DF4-022A-42B8-9068-DBD65068BF46}" dt="2026-02-23T12:13:44.729" v="121" actId="20577"/>
          <ac:spMkLst>
            <pc:docMk/>
            <pc:sldMk cId="0" sldId="257"/>
            <ac:spMk id="6" creationId="{00000000-0000-0000-0000-000000000000}"/>
          </ac:spMkLst>
        </pc:spChg>
        <pc:spChg chg="mod">
          <ac:chgData name="SELINE BOWENS" userId="a2d93fef35549dd9" providerId="LiveId" clId="{90DB2DF4-022A-42B8-9068-DBD65068BF46}" dt="2026-02-23T12:24:30.561" v="456" actId="255"/>
          <ac:spMkLst>
            <pc:docMk/>
            <pc:sldMk cId="0" sldId="257"/>
            <ac:spMk id="7" creationId="{00000000-0000-0000-0000-000000000000}"/>
          </ac:spMkLst>
        </pc:spChg>
        <pc:spChg chg="del mod">
          <ac:chgData name="SELINE BOWENS" userId="a2d93fef35549dd9" providerId="LiveId" clId="{90DB2DF4-022A-42B8-9068-DBD65068BF46}" dt="2026-02-23T12:21:50.680" v="420" actId="478"/>
          <ac:spMkLst>
            <pc:docMk/>
            <pc:sldMk cId="0" sldId="257"/>
            <ac:spMk id="8" creationId="{00000000-0000-0000-0000-000000000000}"/>
          </ac:spMkLst>
        </pc:spChg>
        <pc:spChg chg="del">
          <ac:chgData name="SELINE BOWENS" userId="a2d93fef35549dd9" providerId="LiveId" clId="{90DB2DF4-022A-42B8-9068-DBD65068BF46}" dt="2026-02-23T12:24:00.452" v="452" actId="478"/>
          <ac:spMkLst>
            <pc:docMk/>
            <pc:sldMk cId="0" sldId="257"/>
            <ac:spMk id="9" creationId="{00000000-0000-0000-0000-000000000000}"/>
          </ac:spMkLst>
        </pc:spChg>
        <pc:spChg chg="del">
          <ac:chgData name="SELINE BOWENS" userId="a2d93fef35549dd9" providerId="LiveId" clId="{90DB2DF4-022A-42B8-9068-DBD65068BF46}" dt="2026-02-23T12:22:12.006" v="426" actId="478"/>
          <ac:spMkLst>
            <pc:docMk/>
            <pc:sldMk cId="0" sldId="257"/>
            <ac:spMk id="10" creationId="{00000000-0000-0000-0000-000000000000}"/>
          </ac:spMkLst>
        </pc:spChg>
        <pc:spChg chg="del">
          <ac:chgData name="SELINE BOWENS" userId="a2d93fef35549dd9" providerId="LiveId" clId="{90DB2DF4-022A-42B8-9068-DBD65068BF46}" dt="2026-02-23T12:22:19.844" v="429" actId="478"/>
          <ac:spMkLst>
            <pc:docMk/>
            <pc:sldMk cId="0" sldId="257"/>
            <ac:spMk id="11" creationId="{00000000-0000-0000-0000-000000000000}"/>
          </ac:spMkLst>
        </pc:spChg>
        <pc:spChg chg="del mod">
          <ac:chgData name="SELINE BOWENS" userId="a2d93fef35549dd9" providerId="LiveId" clId="{90DB2DF4-022A-42B8-9068-DBD65068BF46}" dt="2026-02-23T12:22:08.375" v="425" actId="478"/>
          <ac:spMkLst>
            <pc:docMk/>
            <pc:sldMk cId="0" sldId="257"/>
            <ac:spMk id="12" creationId="{00000000-0000-0000-0000-000000000000}"/>
          </ac:spMkLst>
        </pc:spChg>
        <pc:spChg chg="del">
          <ac:chgData name="SELINE BOWENS" userId="a2d93fef35549dd9" providerId="LiveId" clId="{90DB2DF4-022A-42B8-9068-DBD65068BF46}" dt="2026-02-23T12:21:53.734" v="421" actId="478"/>
          <ac:spMkLst>
            <pc:docMk/>
            <pc:sldMk cId="0" sldId="257"/>
            <ac:spMk id="13" creationId="{00000000-0000-0000-0000-000000000000}"/>
          </ac:spMkLst>
        </pc:spChg>
        <pc:spChg chg="del">
          <ac:chgData name="SELINE BOWENS" userId="a2d93fef35549dd9" providerId="LiveId" clId="{90DB2DF4-022A-42B8-9068-DBD65068BF46}" dt="2026-02-23T12:22:21.438" v="430" actId="478"/>
          <ac:spMkLst>
            <pc:docMk/>
            <pc:sldMk cId="0" sldId="257"/>
            <ac:spMk id="14" creationId="{00000000-0000-0000-0000-000000000000}"/>
          </ac:spMkLst>
        </pc:spChg>
        <pc:spChg chg="del mod">
          <ac:chgData name="SELINE BOWENS" userId="a2d93fef35549dd9" providerId="LiveId" clId="{90DB2DF4-022A-42B8-9068-DBD65068BF46}" dt="2026-02-23T12:22:17.559" v="428" actId="478"/>
          <ac:spMkLst>
            <pc:docMk/>
            <pc:sldMk cId="0" sldId="257"/>
            <ac:spMk id="15" creationId="{00000000-0000-0000-0000-000000000000}"/>
          </ac:spMkLst>
        </pc:spChg>
        <pc:spChg chg="del mod">
          <ac:chgData name="SELINE BOWENS" userId="a2d93fef35549dd9" providerId="LiveId" clId="{90DB2DF4-022A-42B8-9068-DBD65068BF46}" dt="2026-02-23T12:21:58.823" v="423" actId="478"/>
          <ac:spMkLst>
            <pc:docMk/>
            <pc:sldMk cId="0" sldId="257"/>
            <ac:spMk id="16" creationId="{00000000-0000-0000-0000-000000000000}"/>
          </ac:spMkLst>
        </pc:spChg>
        <pc:spChg chg="del">
          <ac:chgData name="SELINE BOWENS" userId="a2d93fef35549dd9" providerId="LiveId" clId="{90DB2DF4-022A-42B8-9068-DBD65068BF46}" dt="2026-02-23T12:22:22.875" v="431" actId="478"/>
          <ac:spMkLst>
            <pc:docMk/>
            <pc:sldMk cId="0" sldId="257"/>
            <ac:spMk id="17" creationId="{00000000-0000-0000-0000-000000000000}"/>
          </ac:spMkLst>
        </pc:spChg>
        <pc:spChg chg="del">
          <ac:chgData name="SELINE BOWENS" userId="a2d93fef35549dd9" providerId="LiveId" clId="{90DB2DF4-022A-42B8-9068-DBD65068BF46}" dt="2026-02-23T12:22:33.440" v="436" actId="478"/>
          <ac:spMkLst>
            <pc:docMk/>
            <pc:sldMk cId="0" sldId="257"/>
            <ac:spMk id="18" creationId="{00000000-0000-0000-0000-000000000000}"/>
          </ac:spMkLst>
        </pc:spChg>
        <pc:spChg chg="del">
          <ac:chgData name="SELINE BOWENS" userId="a2d93fef35549dd9" providerId="LiveId" clId="{90DB2DF4-022A-42B8-9068-DBD65068BF46}" dt="2026-02-23T12:23:41.343" v="447" actId="478"/>
          <ac:spMkLst>
            <pc:docMk/>
            <pc:sldMk cId="0" sldId="257"/>
            <ac:spMk id="19" creationId="{00000000-0000-0000-0000-000000000000}"/>
          </ac:spMkLst>
        </pc:spChg>
        <pc:spChg chg="del">
          <ac:chgData name="SELINE BOWENS" userId="a2d93fef35549dd9" providerId="LiveId" clId="{90DB2DF4-022A-42B8-9068-DBD65068BF46}" dt="2026-02-23T12:22:24.202" v="432" actId="478"/>
          <ac:spMkLst>
            <pc:docMk/>
            <pc:sldMk cId="0" sldId="257"/>
            <ac:spMk id="20" creationId="{00000000-0000-0000-0000-000000000000}"/>
          </ac:spMkLst>
        </pc:spChg>
        <pc:spChg chg="del">
          <ac:chgData name="SELINE BOWENS" userId="a2d93fef35549dd9" providerId="LiveId" clId="{90DB2DF4-022A-42B8-9068-DBD65068BF46}" dt="2026-02-23T12:22:36.048" v="437" actId="478"/>
          <ac:spMkLst>
            <pc:docMk/>
            <pc:sldMk cId="0" sldId="257"/>
            <ac:spMk id="21" creationId="{00000000-0000-0000-0000-000000000000}"/>
          </ac:spMkLst>
        </pc:spChg>
        <pc:spChg chg="del">
          <ac:chgData name="SELINE BOWENS" userId="a2d93fef35549dd9" providerId="LiveId" clId="{90DB2DF4-022A-42B8-9068-DBD65068BF46}" dt="2026-02-23T12:23:45.665" v="448" actId="478"/>
          <ac:spMkLst>
            <pc:docMk/>
            <pc:sldMk cId="0" sldId="257"/>
            <ac:spMk id="22" creationId="{00000000-0000-0000-0000-000000000000}"/>
          </ac:spMkLst>
        </pc:spChg>
        <pc:spChg chg="del">
          <ac:chgData name="SELINE BOWENS" userId="a2d93fef35549dd9" providerId="LiveId" clId="{90DB2DF4-022A-42B8-9068-DBD65068BF46}" dt="2026-02-23T12:22:25.495" v="433" actId="478"/>
          <ac:spMkLst>
            <pc:docMk/>
            <pc:sldMk cId="0" sldId="257"/>
            <ac:spMk id="23" creationId="{00000000-0000-0000-0000-000000000000}"/>
          </ac:spMkLst>
        </pc:spChg>
        <pc:spChg chg="del">
          <ac:chgData name="SELINE BOWENS" userId="a2d93fef35549dd9" providerId="LiveId" clId="{90DB2DF4-022A-42B8-9068-DBD65068BF46}" dt="2026-02-23T12:22:39.275" v="438" actId="478"/>
          <ac:spMkLst>
            <pc:docMk/>
            <pc:sldMk cId="0" sldId="257"/>
            <ac:spMk id="24" creationId="{00000000-0000-0000-0000-000000000000}"/>
          </ac:spMkLst>
        </pc:spChg>
        <pc:spChg chg="del">
          <ac:chgData name="SELINE BOWENS" userId="a2d93fef35549dd9" providerId="LiveId" clId="{90DB2DF4-022A-42B8-9068-DBD65068BF46}" dt="2026-02-23T12:23:49.715" v="449" actId="478"/>
          <ac:spMkLst>
            <pc:docMk/>
            <pc:sldMk cId="0" sldId="257"/>
            <ac:spMk id="25" creationId="{00000000-0000-0000-0000-000000000000}"/>
          </ac:spMkLst>
        </pc:spChg>
        <pc:spChg chg="del">
          <ac:chgData name="SELINE BOWENS" userId="a2d93fef35549dd9" providerId="LiveId" clId="{90DB2DF4-022A-42B8-9068-DBD65068BF46}" dt="2026-02-23T12:22:26.747" v="434" actId="478"/>
          <ac:spMkLst>
            <pc:docMk/>
            <pc:sldMk cId="0" sldId="257"/>
            <ac:spMk id="26" creationId="{00000000-0000-0000-0000-000000000000}"/>
          </ac:spMkLst>
        </pc:spChg>
        <pc:spChg chg="del">
          <ac:chgData name="SELINE BOWENS" userId="a2d93fef35549dd9" providerId="LiveId" clId="{90DB2DF4-022A-42B8-9068-DBD65068BF46}" dt="2026-02-23T12:22:41.840" v="439" actId="478"/>
          <ac:spMkLst>
            <pc:docMk/>
            <pc:sldMk cId="0" sldId="257"/>
            <ac:spMk id="27" creationId="{00000000-0000-0000-0000-000000000000}"/>
          </ac:spMkLst>
        </pc:spChg>
        <pc:spChg chg="del">
          <ac:chgData name="SELINE BOWENS" userId="a2d93fef35549dd9" providerId="LiveId" clId="{90DB2DF4-022A-42B8-9068-DBD65068BF46}" dt="2026-02-23T12:23:53.693" v="450" actId="478"/>
          <ac:spMkLst>
            <pc:docMk/>
            <pc:sldMk cId="0" sldId="257"/>
            <ac:spMk id="28" creationId="{00000000-0000-0000-0000-000000000000}"/>
          </ac:spMkLst>
        </pc:spChg>
        <pc:spChg chg="del">
          <ac:chgData name="SELINE BOWENS" userId="a2d93fef35549dd9" providerId="LiveId" clId="{90DB2DF4-022A-42B8-9068-DBD65068BF46}" dt="2026-02-23T12:22:28.047" v="435" actId="478"/>
          <ac:spMkLst>
            <pc:docMk/>
            <pc:sldMk cId="0" sldId="257"/>
            <ac:spMk id="29" creationId="{00000000-0000-0000-0000-000000000000}"/>
          </ac:spMkLst>
        </pc:spChg>
        <pc:spChg chg="del">
          <ac:chgData name="SELINE BOWENS" userId="a2d93fef35549dd9" providerId="LiveId" clId="{90DB2DF4-022A-42B8-9068-DBD65068BF46}" dt="2026-02-23T12:22:44.567" v="440" actId="478"/>
          <ac:spMkLst>
            <pc:docMk/>
            <pc:sldMk cId="0" sldId="257"/>
            <ac:spMk id="30" creationId="{00000000-0000-0000-0000-000000000000}"/>
          </ac:spMkLst>
        </pc:spChg>
        <pc:spChg chg="del">
          <ac:chgData name="SELINE BOWENS" userId="a2d93fef35549dd9" providerId="LiveId" clId="{90DB2DF4-022A-42B8-9068-DBD65068BF46}" dt="2026-02-23T12:23:57.341" v="451" actId="478"/>
          <ac:spMkLst>
            <pc:docMk/>
            <pc:sldMk cId="0" sldId="257"/>
            <ac:spMk id="31" creationId="{00000000-0000-0000-0000-000000000000}"/>
          </ac:spMkLst>
        </pc:spChg>
      </pc:sldChg>
      <pc:sldChg chg="del">
        <pc:chgData name="SELINE BOWENS" userId="a2d93fef35549dd9" providerId="LiveId" clId="{90DB2DF4-022A-42B8-9068-DBD65068BF46}" dt="2026-02-23T12:38:55.334" v="588" actId="2696"/>
        <pc:sldMkLst>
          <pc:docMk/>
          <pc:sldMk cId="0" sldId="258"/>
        </pc:sldMkLst>
      </pc:sldChg>
      <pc:sldChg chg="modSp del mod">
        <pc:chgData name="SELINE BOWENS" userId="a2d93fef35549dd9" providerId="LiveId" clId="{90DB2DF4-022A-42B8-9068-DBD65068BF46}" dt="2026-02-23T12:58:54.214" v="616" actId="2696"/>
        <pc:sldMkLst>
          <pc:docMk/>
          <pc:sldMk cId="0" sldId="259"/>
        </pc:sldMkLst>
        <pc:spChg chg="mod">
          <ac:chgData name="SELINE BOWENS" userId="a2d93fef35549dd9" providerId="LiveId" clId="{90DB2DF4-022A-42B8-9068-DBD65068BF46}" dt="2026-02-23T12:40:02.453" v="593" actId="20577"/>
          <ac:spMkLst>
            <pc:docMk/>
            <pc:sldMk cId="0" sldId="259"/>
            <ac:spMk id="8" creationId="{00000000-0000-0000-0000-000000000000}"/>
          </ac:spMkLst>
        </pc:spChg>
      </pc:sldChg>
      <pc:sldChg chg="del">
        <pc:chgData name="SELINE BOWENS" userId="a2d93fef35549dd9" providerId="LiveId" clId="{90DB2DF4-022A-42B8-9068-DBD65068BF46}" dt="2026-02-23T13:05:41.685" v="644" actId="2696"/>
        <pc:sldMkLst>
          <pc:docMk/>
          <pc:sldMk cId="0" sldId="260"/>
        </pc:sldMkLst>
      </pc:sldChg>
      <pc:sldChg chg="del">
        <pc:chgData name="SELINE BOWENS" userId="a2d93fef35549dd9" providerId="LiveId" clId="{90DB2DF4-022A-42B8-9068-DBD65068BF46}" dt="2026-02-23T13:11:57.297" v="665" actId="2696"/>
        <pc:sldMkLst>
          <pc:docMk/>
          <pc:sldMk cId="0" sldId="261"/>
        </pc:sldMkLst>
      </pc:sldChg>
      <pc:sldChg chg="del">
        <pc:chgData name="SELINE BOWENS" userId="a2d93fef35549dd9" providerId="LiveId" clId="{90DB2DF4-022A-42B8-9068-DBD65068BF46}" dt="2026-02-23T13:10:36.264" v="656" actId="2696"/>
        <pc:sldMkLst>
          <pc:docMk/>
          <pc:sldMk cId="0" sldId="262"/>
        </pc:sldMkLst>
      </pc:sldChg>
      <pc:sldChg chg="addSp delSp modSp new add del mod setBg setClrOvrMap">
        <pc:chgData name="SELINE BOWENS" userId="a2d93fef35549dd9" providerId="LiveId" clId="{90DB2DF4-022A-42B8-9068-DBD65068BF46}" dt="2026-02-23T13:21:23.486" v="741" actId="20577"/>
        <pc:sldMkLst>
          <pc:docMk/>
          <pc:sldMk cId="925467735" sldId="263"/>
        </pc:sldMkLst>
        <pc:spChg chg="mod">
          <ac:chgData name="SELINE BOWENS" userId="a2d93fef35549dd9" providerId="LiveId" clId="{90DB2DF4-022A-42B8-9068-DBD65068BF46}" dt="2026-02-23T13:21:16.228" v="740" actId="255"/>
          <ac:spMkLst>
            <pc:docMk/>
            <pc:sldMk cId="925467735" sldId="263"/>
            <ac:spMk id="2" creationId="{F878AF88-255B-A32D-7456-001F733741E0}"/>
          </ac:spMkLst>
        </pc:spChg>
        <pc:spChg chg="mod">
          <ac:chgData name="SELINE BOWENS" userId="a2d93fef35549dd9" providerId="LiveId" clId="{90DB2DF4-022A-42B8-9068-DBD65068BF46}" dt="2026-02-23T13:21:23.486" v="741" actId="20577"/>
          <ac:spMkLst>
            <pc:docMk/>
            <pc:sldMk cId="925467735" sldId="263"/>
            <ac:spMk id="3" creationId="{B3D4ECDA-7134-6EF7-02AE-B095BFBC4EEE}"/>
          </ac:spMkLst>
        </pc:spChg>
        <pc:spChg chg="add del">
          <ac:chgData name="SELINE BOWENS" userId="a2d93fef35549dd9" providerId="LiveId" clId="{90DB2DF4-022A-42B8-9068-DBD65068BF46}" dt="2026-02-23T13:15:37.132" v="703" actId="26606"/>
          <ac:spMkLst>
            <pc:docMk/>
            <pc:sldMk cId="925467735" sldId="263"/>
            <ac:spMk id="8" creationId="{23522FE7-5A29-4EF6-B1EF-2CA55748A772}"/>
          </ac:spMkLst>
        </pc:spChg>
        <pc:spChg chg="add del">
          <ac:chgData name="SELINE BOWENS" userId="a2d93fef35549dd9" providerId="LiveId" clId="{90DB2DF4-022A-42B8-9068-DBD65068BF46}" dt="2026-02-23T13:15:37.132" v="703" actId="26606"/>
          <ac:spMkLst>
            <pc:docMk/>
            <pc:sldMk cId="925467735" sldId="263"/>
            <ac:spMk id="16" creationId="{08E7A6F0-5CD3-481E-B0F2-E7F99FE675B0}"/>
          </ac:spMkLst>
        </pc:spChg>
        <pc:spChg chg="add del">
          <ac:chgData name="SELINE BOWENS" userId="a2d93fef35549dd9" providerId="LiveId" clId="{90DB2DF4-022A-42B8-9068-DBD65068BF46}" dt="2026-02-23T13:15:37.132" v="703" actId="26606"/>
          <ac:spMkLst>
            <pc:docMk/>
            <pc:sldMk cId="925467735" sldId="263"/>
            <ac:spMk id="18" creationId="{511290DF-4975-4FCD-8B8D-BBC86B836668}"/>
          </ac:spMkLst>
        </pc:spChg>
        <pc:spChg chg="add del">
          <ac:chgData name="SELINE BOWENS" userId="a2d93fef35549dd9" providerId="LiveId" clId="{90DB2DF4-022A-42B8-9068-DBD65068BF46}" dt="2026-02-23T13:15:37.132" v="703" actId="26606"/>
          <ac:spMkLst>
            <pc:docMk/>
            <pc:sldMk cId="925467735" sldId="263"/>
            <ac:spMk id="24" creationId="{D9FE1511-6E1B-4F0E-8FF0-958527181CC9}"/>
          </ac:spMkLst>
        </pc:spChg>
        <pc:spChg chg="add del">
          <ac:chgData name="SELINE BOWENS" userId="a2d93fef35549dd9" providerId="LiveId" clId="{90DB2DF4-022A-42B8-9068-DBD65068BF46}" dt="2026-02-23T13:21:01.744" v="739" actId="26606"/>
          <ac:spMkLst>
            <pc:docMk/>
            <pc:sldMk cId="925467735" sldId="263"/>
            <ac:spMk id="30" creationId="{23522FE7-5A29-4EF6-B1EF-2CA55748A772}"/>
          </ac:spMkLst>
        </pc:spChg>
        <pc:spChg chg="add del">
          <ac:chgData name="SELINE BOWENS" userId="a2d93fef35549dd9" providerId="LiveId" clId="{90DB2DF4-022A-42B8-9068-DBD65068BF46}" dt="2026-02-23T13:21:01.744" v="739" actId="26606"/>
          <ac:spMkLst>
            <pc:docMk/>
            <pc:sldMk cId="925467735" sldId="263"/>
            <ac:spMk id="34" creationId="{29C51009-A09A-4689-8E6C-F8FC99E6A840}"/>
          </ac:spMkLst>
        </pc:spChg>
        <pc:spChg chg="add del">
          <ac:chgData name="SELINE BOWENS" userId="a2d93fef35549dd9" providerId="LiveId" clId="{90DB2DF4-022A-42B8-9068-DBD65068BF46}" dt="2026-02-23T13:20:39.602" v="734" actId="26606"/>
          <ac:spMkLst>
            <pc:docMk/>
            <pc:sldMk cId="925467735" sldId="263"/>
            <ac:spMk id="40" creationId="{23522FE7-5A29-4EF6-B1EF-2CA55748A772}"/>
          </ac:spMkLst>
        </pc:spChg>
        <pc:spChg chg="add del">
          <ac:chgData name="SELINE BOWENS" userId="a2d93fef35549dd9" providerId="LiveId" clId="{90DB2DF4-022A-42B8-9068-DBD65068BF46}" dt="2026-02-23T13:20:39.602" v="734" actId="26606"/>
          <ac:spMkLst>
            <pc:docMk/>
            <pc:sldMk cId="925467735" sldId="263"/>
            <ac:spMk id="48" creationId="{F63C748C-967B-4A7B-A90F-3EDD0F485AC6}"/>
          </ac:spMkLst>
        </pc:spChg>
        <pc:spChg chg="add del">
          <ac:chgData name="SELINE BOWENS" userId="a2d93fef35549dd9" providerId="LiveId" clId="{90DB2DF4-022A-42B8-9068-DBD65068BF46}" dt="2026-02-23T13:20:39.602" v="734" actId="26606"/>
          <ac:spMkLst>
            <pc:docMk/>
            <pc:sldMk cId="925467735" sldId="263"/>
            <ac:spMk id="50" creationId="{C0143637-4934-44E4-B909-BAF1E7B27972}"/>
          </ac:spMkLst>
        </pc:spChg>
        <pc:spChg chg="add del">
          <ac:chgData name="SELINE BOWENS" userId="a2d93fef35549dd9" providerId="LiveId" clId="{90DB2DF4-022A-42B8-9068-DBD65068BF46}" dt="2026-02-23T13:20:54.250" v="736" actId="26606"/>
          <ac:spMkLst>
            <pc:docMk/>
            <pc:sldMk cId="925467735" sldId="263"/>
            <ac:spMk id="53" creationId="{23522FE7-5A29-4EF6-B1EF-2CA55748A772}"/>
          </ac:spMkLst>
        </pc:spChg>
        <pc:spChg chg="add del">
          <ac:chgData name="SELINE BOWENS" userId="a2d93fef35549dd9" providerId="LiveId" clId="{90DB2DF4-022A-42B8-9068-DBD65068BF46}" dt="2026-02-23T13:20:54.250" v="736" actId="26606"/>
          <ac:spMkLst>
            <pc:docMk/>
            <pc:sldMk cId="925467735" sldId="263"/>
            <ac:spMk id="58" creationId="{54F891EB-ED45-44C3-95D6-FFB2EC07FA10}"/>
          </ac:spMkLst>
        </pc:spChg>
        <pc:spChg chg="add del">
          <ac:chgData name="SELINE BOWENS" userId="a2d93fef35549dd9" providerId="LiveId" clId="{90DB2DF4-022A-42B8-9068-DBD65068BF46}" dt="2026-02-23T13:20:54.250" v="736" actId="26606"/>
          <ac:spMkLst>
            <pc:docMk/>
            <pc:sldMk cId="925467735" sldId="263"/>
            <ac:spMk id="59" creationId="{2EA385B8-7C85-4CE0-AE3A-00EB627B3443}"/>
          </ac:spMkLst>
        </pc:spChg>
        <pc:spChg chg="add del">
          <ac:chgData name="SELINE BOWENS" userId="a2d93fef35549dd9" providerId="LiveId" clId="{90DB2DF4-022A-42B8-9068-DBD65068BF46}" dt="2026-02-23T13:21:01.712" v="738" actId="26606"/>
          <ac:spMkLst>
            <pc:docMk/>
            <pc:sldMk cId="925467735" sldId="263"/>
            <ac:spMk id="61" creationId="{48D226DA-E368-46E4-BF0C-D467A1E86BF6}"/>
          </ac:spMkLst>
        </pc:spChg>
        <pc:spChg chg="add">
          <ac:chgData name="SELINE BOWENS" userId="a2d93fef35549dd9" providerId="LiveId" clId="{90DB2DF4-022A-42B8-9068-DBD65068BF46}" dt="2026-02-23T13:21:01.744" v="739" actId="26606"/>
          <ac:spMkLst>
            <pc:docMk/>
            <pc:sldMk cId="925467735" sldId="263"/>
            <ac:spMk id="64" creationId="{23522FE7-5A29-4EF6-B1EF-2CA55748A772}"/>
          </ac:spMkLst>
        </pc:spChg>
        <pc:grpChg chg="add del">
          <ac:chgData name="SELINE BOWENS" userId="a2d93fef35549dd9" providerId="LiveId" clId="{90DB2DF4-022A-42B8-9068-DBD65068BF46}" dt="2026-02-23T13:15:37.132" v="703" actId="26606"/>
          <ac:grpSpMkLst>
            <pc:docMk/>
            <pc:sldMk cId="925467735" sldId="263"/>
            <ac:grpSpMk id="20" creationId="{357CA18A-A333-4DCB-842B-76827D2ECB24}"/>
          </ac:grpSpMkLst>
        </pc:grpChg>
        <pc:picChg chg="add del">
          <ac:chgData name="SELINE BOWENS" userId="a2d93fef35549dd9" providerId="LiveId" clId="{90DB2DF4-022A-42B8-9068-DBD65068BF46}" dt="2026-02-23T13:15:37.132" v="703" actId="26606"/>
          <ac:picMkLst>
            <pc:docMk/>
            <pc:sldMk cId="925467735" sldId="263"/>
            <ac:picMk id="10" creationId="{C2192E09-EBC7-416C-B887-DFF915D7F43D}"/>
          </ac:picMkLst>
        </pc:picChg>
        <pc:picChg chg="add del">
          <ac:chgData name="SELINE BOWENS" userId="a2d93fef35549dd9" providerId="LiveId" clId="{90DB2DF4-022A-42B8-9068-DBD65068BF46}" dt="2026-02-23T13:15:37.132" v="703" actId="26606"/>
          <ac:picMkLst>
            <pc:docMk/>
            <pc:sldMk cId="925467735" sldId="263"/>
            <ac:picMk id="26" creationId="{025CEF6D-5E98-4B5C-A10F-7459C1EEF10E}"/>
          </ac:picMkLst>
        </pc:picChg>
        <pc:picChg chg="add del">
          <ac:chgData name="SELINE BOWENS" userId="a2d93fef35549dd9" providerId="LiveId" clId="{90DB2DF4-022A-42B8-9068-DBD65068BF46}" dt="2026-02-23T13:21:01.744" v="739" actId="26606"/>
          <ac:picMkLst>
            <pc:docMk/>
            <pc:sldMk cId="925467735" sldId="263"/>
            <ac:picMk id="31" creationId="{C2192E09-EBC7-416C-B887-DFF915D7F43D}"/>
          </ac:picMkLst>
        </pc:picChg>
        <pc:picChg chg="add del">
          <ac:chgData name="SELINE BOWENS" userId="a2d93fef35549dd9" providerId="LiveId" clId="{90DB2DF4-022A-42B8-9068-DBD65068BF46}" dt="2026-02-23T13:20:39.602" v="734" actId="26606"/>
          <ac:picMkLst>
            <pc:docMk/>
            <pc:sldMk cId="925467735" sldId="263"/>
            <ac:picMk id="42" creationId="{C2192E09-EBC7-416C-B887-DFF915D7F43D}"/>
          </ac:picMkLst>
        </pc:picChg>
        <pc:picChg chg="add del">
          <ac:chgData name="SELINE BOWENS" userId="a2d93fef35549dd9" providerId="LiveId" clId="{90DB2DF4-022A-42B8-9068-DBD65068BF46}" dt="2026-02-23T13:20:54.250" v="736" actId="26606"/>
          <ac:picMkLst>
            <pc:docMk/>
            <pc:sldMk cId="925467735" sldId="263"/>
            <ac:picMk id="54" creationId="{DCC0100C-A457-45B1-8A8B-8740F43EC158}"/>
          </ac:picMkLst>
        </pc:picChg>
        <pc:picChg chg="add del">
          <ac:chgData name="SELINE BOWENS" userId="a2d93fef35549dd9" providerId="LiveId" clId="{90DB2DF4-022A-42B8-9068-DBD65068BF46}" dt="2026-02-23T13:20:54.250" v="736" actId="26606"/>
          <ac:picMkLst>
            <pc:docMk/>
            <pc:sldMk cId="925467735" sldId="263"/>
            <ac:picMk id="55" creationId="{C2192E09-EBC7-416C-B887-DFF915D7F43D}"/>
          </ac:picMkLst>
        </pc:picChg>
        <pc:picChg chg="add">
          <ac:chgData name="SELINE BOWENS" userId="a2d93fef35549dd9" providerId="LiveId" clId="{90DB2DF4-022A-42B8-9068-DBD65068BF46}" dt="2026-02-23T13:21:01.744" v="739" actId="26606"/>
          <ac:picMkLst>
            <pc:docMk/>
            <pc:sldMk cId="925467735" sldId="263"/>
            <ac:picMk id="65" creationId="{C2192E09-EBC7-416C-B887-DFF915D7F43D}"/>
          </ac:picMkLst>
        </pc:picChg>
        <pc:cxnChg chg="add del">
          <ac:chgData name="SELINE BOWENS" userId="a2d93fef35549dd9" providerId="LiveId" clId="{90DB2DF4-022A-42B8-9068-DBD65068BF46}" dt="2026-02-23T13:15:37.132" v="703" actId="26606"/>
          <ac:cxnSpMkLst>
            <pc:docMk/>
            <pc:sldMk cId="925467735" sldId="263"/>
            <ac:cxnSpMk id="28" creationId="{05C73161-1E4E-4E6A-91B2-E885CF8FFBA6}"/>
          </ac:cxnSpMkLst>
        </pc:cxnChg>
        <pc:cxnChg chg="add del">
          <ac:chgData name="SELINE BOWENS" userId="a2d93fef35549dd9" providerId="LiveId" clId="{90DB2DF4-022A-42B8-9068-DBD65068BF46}" dt="2026-02-23T13:21:01.744" v="739" actId="26606"/>
          <ac:cxnSpMkLst>
            <pc:docMk/>
            <pc:sldMk cId="925467735" sldId="263"/>
            <ac:cxnSpMk id="32" creationId="{2924498D-E084-44BE-A196-CFCE35564350}"/>
          </ac:cxnSpMkLst>
        </pc:cxnChg>
        <pc:cxnChg chg="add del">
          <ac:chgData name="SELINE BOWENS" userId="a2d93fef35549dd9" providerId="LiveId" clId="{90DB2DF4-022A-42B8-9068-DBD65068BF46}" dt="2026-02-23T13:21:01.744" v="739" actId="26606"/>
          <ac:cxnSpMkLst>
            <pc:docMk/>
            <pc:sldMk cId="925467735" sldId="263"/>
            <ac:cxnSpMk id="33" creationId="{14C12901-9FCC-461E-A64A-89B4791235E9}"/>
          </ac:cxnSpMkLst>
        </pc:cxnChg>
        <pc:cxnChg chg="add del">
          <ac:chgData name="SELINE BOWENS" userId="a2d93fef35549dd9" providerId="LiveId" clId="{90DB2DF4-022A-42B8-9068-DBD65068BF46}" dt="2026-02-23T13:21:01.744" v="739" actId="26606"/>
          <ac:cxnSpMkLst>
            <pc:docMk/>
            <pc:sldMk cId="925467735" sldId="263"/>
            <ac:cxnSpMk id="35" creationId="{9EC65442-F244-409C-BF44-C5D6472E810A}"/>
          </ac:cxnSpMkLst>
        </pc:cxnChg>
        <pc:cxnChg chg="add del">
          <ac:chgData name="SELINE BOWENS" userId="a2d93fef35549dd9" providerId="LiveId" clId="{90DB2DF4-022A-42B8-9068-DBD65068BF46}" dt="2026-02-23T13:20:39.602" v="734" actId="26606"/>
          <ac:cxnSpMkLst>
            <pc:docMk/>
            <pc:sldMk cId="925467735" sldId="263"/>
            <ac:cxnSpMk id="44" creationId="{2924498D-E084-44BE-A196-CFCE35564350}"/>
          </ac:cxnSpMkLst>
        </pc:cxnChg>
        <pc:cxnChg chg="add del">
          <ac:chgData name="SELINE BOWENS" userId="a2d93fef35549dd9" providerId="LiveId" clId="{90DB2DF4-022A-42B8-9068-DBD65068BF46}" dt="2026-02-23T13:21:01.712" v="738" actId="26606"/>
          <ac:cxnSpMkLst>
            <pc:docMk/>
            <pc:sldMk cId="925467735" sldId="263"/>
            <ac:cxnSpMk id="62" creationId="{7105F2EF-F4AA-488F-8E74-484FA0078518}"/>
          </ac:cxnSpMkLst>
        </pc:cxnChg>
      </pc:sldChg>
      <pc:sldChg chg="modSp new mod">
        <pc:chgData name="SELINE BOWENS" userId="a2d93fef35549dd9" providerId="LiveId" clId="{90DB2DF4-022A-42B8-9068-DBD65068BF46}" dt="2026-02-23T13:15:13.917" v="693"/>
        <pc:sldMkLst>
          <pc:docMk/>
          <pc:sldMk cId="303818077" sldId="264"/>
        </pc:sldMkLst>
        <pc:spChg chg="mod">
          <ac:chgData name="SELINE BOWENS" userId="a2d93fef35549dd9" providerId="LiveId" clId="{90DB2DF4-022A-42B8-9068-DBD65068BF46}" dt="2026-02-23T12:23:32.396" v="446" actId="1076"/>
          <ac:spMkLst>
            <pc:docMk/>
            <pc:sldMk cId="303818077" sldId="264"/>
            <ac:spMk id="2" creationId="{9181F0F9-48E1-6573-2900-674E9B569516}"/>
          </ac:spMkLst>
        </pc:spChg>
        <pc:spChg chg="mod">
          <ac:chgData name="SELINE BOWENS" userId="a2d93fef35549dd9" providerId="LiveId" clId="{90DB2DF4-022A-42B8-9068-DBD65068BF46}" dt="2026-02-23T12:23:17.885" v="444" actId="14100"/>
          <ac:spMkLst>
            <pc:docMk/>
            <pc:sldMk cId="303818077" sldId="264"/>
            <ac:spMk id="3" creationId="{6C3B50D3-ED18-5D63-C584-AE2100E3DFFA}"/>
          </ac:spMkLst>
        </pc:spChg>
        <pc:spChg chg="mod">
          <ac:chgData name="SELINE BOWENS" userId="a2d93fef35549dd9" providerId="LiveId" clId="{90DB2DF4-022A-42B8-9068-DBD65068BF46}" dt="2026-02-23T13:15:13.917" v="693"/>
          <ac:spMkLst>
            <pc:docMk/>
            <pc:sldMk cId="303818077" sldId="264"/>
            <ac:spMk id="4" creationId="{C7308D92-4A13-EF0A-6B05-E4D6278BACF5}"/>
          </ac:spMkLst>
        </pc:spChg>
      </pc:sldChg>
      <pc:sldChg chg="addSp modSp new mod setBg">
        <pc:chgData name="SELINE BOWENS" userId="a2d93fef35549dd9" providerId="LiveId" clId="{90DB2DF4-022A-42B8-9068-DBD65068BF46}" dt="2026-02-23T13:15:55.251" v="705" actId="26606"/>
        <pc:sldMkLst>
          <pc:docMk/>
          <pc:sldMk cId="3975076722" sldId="265"/>
        </pc:sldMkLst>
        <pc:spChg chg="mod">
          <ac:chgData name="SELINE BOWENS" userId="a2d93fef35549dd9" providerId="LiveId" clId="{90DB2DF4-022A-42B8-9068-DBD65068BF46}" dt="2026-02-23T13:15:55.251" v="705" actId="26606"/>
          <ac:spMkLst>
            <pc:docMk/>
            <pc:sldMk cId="3975076722" sldId="265"/>
            <ac:spMk id="2" creationId="{329AD9AA-A3FD-A625-8C9A-B50AD80DC12E}"/>
          </ac:spMkLst>
        </pc:spChg>
        <pc:spChg chg="mod">
          <ac:chgData name="SELINE BOWENS" userId="a2d93fef35549dd9" providerId="LiveId" clId="{90DB2DF4-022A-42B8-9068-DBD65068BF46}" dt="2026-02-23T13:15:55.251" v="705" actId="26606"/>
          <ac:spMkLst>
            <pc:docMk/>
            <pc:sldMk cId="3975076722" sldId="265"/>
            <ac:spMk id="3" creationId="{AF57B4B6-46BE-708A-1A1E-5ACE7D545811}"/>
          </ac:spMkLst>
        </pc:spChg>
        <pc:spChg chg="add">
          <ac:chgData name="SELINE BOWENS" userId="a2d93fef35549dd9" providerId="LiveId" clId="{90DB2DF4-022A-42B8-9068-DBD65068BF46}" dt="2026-02-23T13:15:55.251" v="705" actId="26606"/>
          <ac:spMkLst>
            <pc:docMk/>
            <pc:sldMk cId="3975076722" sldId="265"/>
            <ac:spMk id="8" creationId="{29C51009-A09A-4689-8E6C-F8FC99E6A840}"/>
          </ac:spMkLst>
        </pc:spChg>
        <pc:cxnChg chg="add">
          <ac:chgData name="SELINE BOWENS" userId="a2d93fef35549dd9" providerId="LiveId" clId="{90DB2DF4-022A-42B8-9068-DBD65068BF46}" dt="2026-02-23T13:15:55.251" v="705" actId="26606"/>
          <ac:cxnSpMkLst>
            <pc:docMk/>
            <pc:sldMk cId="3975076722" sldId="265"/>
            <ac:cxnSpMk id="10" creationId="{9EC65442-F244-409C-BF44-C5D6472E810A}"/>
          </ac:cxnSpMkLst>
        </pc:cxnChg>
      </pc:sldChg>
      <pc:sldChg chg="modSp new mod">
        <pc:chgData name="SELINE BOWENS" userId="a2d93fef35549dd9" providerId="LiveId" clId="{90DB2DF4-022A-42B8-9068-DBD65068BF46}" dt="2026-02-23T13:26:01.285" v="785" actId="20577"/>
        <pc:sldMkLst>
          <pc:docMk/>
          <pc:sldMk cId="2886961264" sldId="266"/>
        </pc:sldMkLst>
        <pc:spChg chg="mod">
          <ac:chgData name="SELINE BOWENS" userId="a2d93fef35549dd9" providerId="LiveId" clId="{90DB2DF4-022A-42B8-9068-DBD65068BF46}" dt="2026-02-23T13:17:03.155" v="708" actId="1076"/>
          <ac:spMkLst>
            <pc:docMk/>
            <pc:sldMk cId="2886961264" sldId="266"/>
            <ac:spMk id="2" creationId="{911C2A1F-70BA-CE16-B070-630885612BD3}"/>
          </ac:spMkLst>
        </pc:spChg>
        <pc:spChg chg="mod">
          <ac:chgData name="SELINE BOWENS" userId="a2d93fef35549dd9" providerId="LiveId" clId="{90DB2DF4-022A-42B8-9068-DBD65068BF46}" dt="2026-02-23T13:15:14.298" v="696" actId="27636"/>
          <ac:spMkLst>
            <pc:docMk/>
            <pc:sldMk cId="2886961264" sldId="266"/>
            <ac:spMk id="3" creationId="{E674D64A-770B-3884-91C9-15C0BFB09FC5}"/>
          </ac:spMkLst>
        </pc:spChg>
        <pc:spChg chg="mod">
          <ac:chgData name="SELINE BOWENS" userId="a2d93fef35549dd9" providerId="LiveId" clId="{90DB2DF4-022A-42B8-9068-DBD65068BF46}" dt="2026-02-23T13:26:01.285" v="785" actId="20577"/>
          <ac:spMkLst>
            <pc:docMk/>
            <pc:sldMk cId="2886961264" sldId="266"/>
            <ac:spMk id="4" creationId="{684089D6-5019-357A-23CB-97E99203B3F8}"/>
          </ac:spMkLst>
        </pc:spChg>
      </pc:sldChg>
      <pc:sldChg chg="addSp delSp modSp new mod setBg">
        <pc:chgData name="SELINE BOWENS" userId="a2d93fef35549dd9" providerId="LiveId" clId="{90DB2DF4-022A-42B8-9068-DBD65068BF46}" dt="2026-02-23T13:23:11.141" v="752" actId="255"/>
        <pc:sldMkLst>
          <pc:docMk/>
          <pc:sldMk cId="4009392590" sldId="267"/>
        </pc:sldMkLst>
        <pc:spChg chg="mod">
          <ac:chgData name="SELINE BOWENS" userId="a2d93fef35549dd9" providerId="LiveId" clId="{90DB2DF4-022A-42B8-9068-DBD65068BF46}" dt="2026-02-23T13:19:08.818" v="727" actId="26606"/>
          <ac:spMkLst>
            <pc:docMk/>
            <pc:sldMk cId="4009392590" sldId="267"/>
            <ac:spMk id="2" creationId="{4A5BA764-8942-042B-C764-0AC288FD6FDC}"/>
          </ac:spMkLst>
        </pc:spChg>
        <pc:spChg chg="add del mod">
          <ac:chgData name="SELINE BOWENS" userId="a2d93fef35549dd9" providerId="LiveId" clId="{90DB2DF4-022A-42B8-9068-DBD65068BF46}" dt="2026-02-23T13:18:05.521" v="720" actId="26606"/>
          <ac:spMkLst>
            <pc:docMk/>
            <pc:sldMk cId="4009392590" sldId="267"/>
            <ac:spMk id="3" creationId="{7FE91A1A-ACBF-87C2-C9A4-07903F6E0D82}"/>
          </ac:spMkLst>
        </pc:spChg>
        <pc:spChg chg="add del">
          <ac:chgData name="SELINE BOWENS" userId="a2d93fef35549dd9" providerId="LiveId" clId="{90DB2DF4-022A-42B8-9068-DBD65068BF46}" dt="2026-02-23T13:18:00.404" v="717" actId="26606"/>
          <ac:spMkLst>
            <pc:docMk/>
            <pc:sldMk cId="4009392590" sldId="267"/>
            <ac:spMk id="8" creationId="{29C51009-A09A-4689-8E6C-F8FC99E6A840}"/>
          </ac:spMkLst>
        </pc:spChg>
        <pc:spChg chg="add del">
          <ac:chgData name="SELINE BOWENS" userId="a2d93fef35549dd9" providerId="LiveId" clId="{90DB2DF4-022A-42B8-9068-DBD65068BF46}" dt="2026-02-23T13:17:53.219" v="715" actId="26606"/>
          <ac:spMkLst>
            <pc:docMk/>
            <pc:sldMk cId="4009392590" sldId="267"/>
            <ac:spMk id="9" creationId="{482E7304-2AC2-4A5C-924D-A6AC3FFC5EAC}"/>
          </ac:spMkLst>
        </pc:spChg>
        <pc:spChg chg="add del">
          <ac:chgData name="SELINE BOWENS" userId="a2d93fef35549dd9" providerId="LiveId" clId="{90DB2DF4-022A-42B8-9068-DBD65068BF46}" dt="2026-02-23T13:17:53.219" v="715" actId="26606"/>
          <ac:spMkLst>
            <pc:docMk/>
            <pc:sldMk cId="4009392590" sldId="267"/>
            <ac:spMk id="13" creationId="{A3C183B1-1D4B-4E3D-A02E-A426E3BFA016}"/>
          </ac:spMkLst>
        </pc:spChg>
        <pc:spChg chg="add del">
          <ac:chgData name="SELINE BOWENS" userId="a2d93fef35549dd9" providerId="LiveId" clId="{90DB2DF4-022A-42B8-9068-DBD65068BF46}" dt="2026-02-23T13:18:00.404" v="717" actId="26606"/>
          <ac:spMkLst>
            <pc:docMk/>
            <pc:sldMk cId="4009392590" sldId="267"/>
            <ac:spMk id="15" creationId="{7FE91A1A-ACBF-87C2-C9A4-07903F6E0D82}"/>
          </ac:spMkLst>
        </pc:spChg>
        <pc:spChg chg="add del">
          <ac:chgData name="SELINE BOWENS" userId="a2d93fef35549dd9" providerId="LiveId" clId="{90DB2DF4-022A-42B8-9068-DBD65068BF46}" dt="2026-02-23T13:18:05.507" v="719" actId="26606"/>
          <ac:spMkLst>
            <pc:docMk/>
            <pc:sldMk cId="4009392590" sldId="267"/>
            <ac:spMk id="18" creationId="{32D32A60-013B-47A8-8833-D2424080917B}"/>
          </ac:spMkLst>
        </pc:spChg>
        <pc:spChg chg="add del">
          <ac:chgData name="SELINE BOWENS" userId="a2d93fef35549dd9" providerId="LiveId" clId="{90DB2DF4-022A-42B8-9068-DBD65068BF46}" dt="2026-02-23T13:18:05.507" v="719" actId="26606"/>
          <ac:spMkLst>
            <pc:docMk/>
            <pc:sldMk cId="4009392590" sldId="267"/>
            <ac:spMk id="20" creationId="{AE27932B-B694-4C4C-90D7-A0333A7C5876}"/>
          </ac:spMkLst>
        </pc:spChg>
        <pc:spChg chg="add del">
          <ac:chgData name="SELINE BOWENS" userId="a2d93fef35549dd9" providerId="LiveId" clId="{90DB2DF4-022A-42B8-9068-DBD65068BF46}" dt="2026-02-23T13:18:05.507" v="719" actId="26606"/>
          <ac:spMkLst>
            <pc:docMk/>
            <pc:sldMk cId="4009392590" sldId="267"/>
            <ac:spMk id="22" creationId="{A9DA474E-6B91-4200-840F-0257B2358A75}"/>
          </ac:spMkLst>
        </pc:spChg>
        <pc:spChg chg="add del">
          <ac:chgData name="SELINE BOWENS" userId="a2d93fef35549dd9" providerId="LiveId" clId="{90DB2DF4-022A-42B8-9068-DBD65068BF46}" dt="2026-02-23T13:19:08.829" v="728" actId="26606"/>
          <ac:spMkLst>
            <pc:docMk/>
            <pc:sldMk cId="4009392590" sldId="267"/>
            <ac:spMk id="25" creationId="{F63C748C-967B-4A7B-A90F-3EDD0F485AC6}"/>
          </ac:spMkLst>
        </pc:spChg>
        <pc:spChg chg="add del">
          <ac:chgData name="SELINE BOWENS" userId="a2d93fef35549dd9" providerId="LiveId" clId="{90DB2DF4-022A-42B8-9068-DBD65068BF46}" dt="2026-02-23T13:19:08.829" v="728" actId="26606"/>
          <ac:spMkLst>
            <pc:docMk/>
            <pc:sldMk cId="4009392590" sldId="267"/>
            <ac:spMk id="26" creationId="{C0143637-4934-44E4-B909-BAF1E7B27972}"/>
          </ac:spMkLst>
        </pc:spChg>
        <pc:spChg chg="add del mod">
          <ac:chgData name="SELINE BOWENS" userId="a2d93fef35549dd9" providerId="LiveId" clId="{90DB2DF4-022A-42B8-9068-DBD65068BF46}" dt="2026-02-23T13:19:08.829" v="728" actId="26606"/>
          <ac:spMkLst>
            <pc:docMk/>
            <pc:sldMk cId="4009392590" sldId="267"/>
            <ac:spMk id="27" creationId="{7FE91A1A-ACBF-87C2-C9A4-07903F6E0D82}"/>
          </ac:spMkLst>
        </pc:spChg>
        <pc:spChg chg="add">
          <ac:chgData name="SELINE BOWENS" userId="a2d93fef35549dd9" providerId="LiveId" clId="{90DB2DF4-022A-42B8-9068-DBD65068BF46}" dt="2026-02-23T13:19:08.829" v="728" actId="26606"/>
          <ac:spMkLst>
            <pc:docMk/>
            <pc:sldMk cId="4009392590" sldId="267"/>
            <ac:spMk id="32" creationId="{F63C748C-967B-4A7B-A90F-3EDD0F485AC6}"/>
          </ac:spMkLst>
        </pc:spChg>
        <pc:spChg chg="add del">
          <ac:chgData name="SELINE BOWENS" userId="a2d93fef35549dd9" providerId="LiveId" clId="{90DB2DF4-022A-42B8-9068-DBD65068BF46}" dt="2026-02-23T13:19:08.818" v="727" actId="26606"/>
          <ac:spMkLst>
            <pc:docMk/>
            <pc:sldMk cId="4009392590" sldId="267"/>
            <ac:spMk id="33" creationId="{32D32A60-013B-47A8-8833-D2424080917B}"/>
          </ac:spMkLst>
        </pc:spChg>
        <pc:spChg chg="add">
          <ac:chgData name="SELINE BOWENS" userId="a2d93fef35549dd9" providerId="LiveId" clId="{90DB2DF4-022A-42B8-9068-DBD65068BF46}" dt="2026-02-23T13:19:08.829" v="728" actId="26606"/>
          <ac:spMkLst>
            <pc:docMk/>
            <pc:sldMk cId="4009392590" sldId="267"/>
            <ac:spMk id="34" creationId="{C0143637-4934-44E4-B909-BAF1E7B27972}"/>
          </ac:spMkLst>
        </pc:spChg>
        <pc:spChg chg="add del">
          <ac:chgData name="SELINE BOWENS" userId="a2d93fef35549dd9" providerId="LiveId" clId="{90DB2DF4-022A-42B8-9068-DBD65068BF46}" dt="2026-02-23T13:19:08.818" v="727" actId="26606"/>
          <ac:spMkLst>
            <pc:docMk/>
            <pc:sldMk cId="4009392590" sldId="267"/>
            <ac:spMk id="35" creationId="{AE27932B-B694-4C4C-90D7-A0333A7C5876}"/>
          </ac:spMkLst>
        </pc:spChg>
        <pc:spChg chg="add del">
          <ac:chgData name="SELINE BOWENS" userId="a2d93fef35549dd9" providerId="LiveId" clId="{90DB2DF4-022A-42B8-9068-DBD65068BF46}" dt="2026-02-23T13:19:08.818" v="727" actId="26606"/>
          <ac:spMkLst>
            <pc:docMk/>
            <pc:sldMk cId="4009392590" sldId="267"/>
            <ac:spMk id="39" creationId="{A9DA474E-6B91-4200-840F-0257B2358A75}"/>
          </ac:spMkLst>
        </pc:spChg>
        <pc:spChg chg="add mod">
          <ac:chgData name="SELINE BOWENS" userId="a2d93fef35549dd9" providerId="LiveId" clId="{90DB2DF4-022A-42B8-9068-DBD65068BF46}" dt="2026-02-23T13:23:11.141" v="752" actId="255"/>
          <ac:spMkLst>
            <pc:docMk/>
            <pc:sldMk cId="4009392590" sldId="267"/>
            <ac:spMk id="45" creationId="{7FE91A1A-ACBF-87C2-C9A4-07903F6E0D82}"/>
          </ac:spMkLst>
        </pc:spChg>
        <pc:graphicFrameChg chg="add del">
          <ac:chgData name="SELINE BOWENS" userId="a2d93fef35549dd9" providerId="LiveId" clId="{90DB2DF4-022A-42B8-9068-DBD65068BF46}" dt="2026-02-23T13:17:53.219" v="715" actId="26606"/>
          <ac:graphicFrameMkLst>
            <pc:docMk/>
            <pc:sldMk cId="4009392590" sldId="267"/>
            <ac:graphicFrameMk id="5" creationId="{DF40BB22-77C3-37AC-1774-02EAE0CD51E0}"/>
          </ac:graphicFrameMkLst>
        </pc:graphicFrameChg>
        <pc:graphicFrameChg chg="add del">
          <ac:chgData name="SELINE BOWENS" userId="a2d93fef35549dd9" providerId="LiveId" clId="{90DB2DF4-022A-42B8-9068-DBD65068BF46}" dt="2026-02-23T13:18:05.507" v="719" actId="26606"/>
          <ac:graphicFrameMkLst>
            <pc:docMk/>
            <pc:sldMk cId="4009392590" sldId="267"/>
            <ac:graphicFrameMk id="23" creationId="{FC2B1846-478B-0FB5-D865-E59C1AE1EC2A}"/>
          </ac:graphicFrameMkLst>
        </pc:graphicFrameChg>
        <pc:graphicFrameChg chg="add del">
          <ac:chgData name="SELINE BOWENS" userId="a2d93fef35549dd9" providerId="LiveId" clId="{90DB2DF4-022A-42B8-9068-DBD65068BF46}" dt="2026-02-23T13:19:08.818" v="727" actId="26606"/>
          <ac:graphicFrameMkLst>
            <pc:docMk/>
            <pc:sldMk cId="4009392590" sldId="267"/>
            <ac:graphicFrameMk id="29" creationId="{F1D34F1F-7251-A3B9-1C83-CFDA5A227D38}"/>
          </ac:graphicFrameMkLst>
        </pc:graphicFrameChg>
        <pc:picChg chg="add del">
          <ac:chgData name="SELINE BOWENS" userId="a2d93fef35549dd9" providerId="LiveId" clId="{90DB2DF4-022A-42B8-9068-DBD65068BF46}" dt="2026-02-23T13:18:05.507" v="719" actId="26606"/>
          <ac:picMkLst>
            <pc:docMk/>
            <pc:sldMk cId="4009392590" sldId="267"/>
            <ac:picMk id="17" creationId="{DF63C9AD-AE6E-4512-8171-91612E84CCFB}"/>
          </ac:picMkLst>
        </pc:picChg>
        <pc:picChg chg="add del">
          <ac:chgData name="SELINE BOWENS" userId="a2d93fef35549dd9" providerId="LiveId" clId="{90DB2DF4-022A-42B8-9068-DBD65068BF46}" dt="2026-02-23T13:19:08.818" v="727" actId="26606"/>
          <ac:picMkLst>
            <pc:docMk/>
            <pc:sldMk cId="4009392590" sldId="267"/>
            <ac:picMk id="41" creationId="{DF63C9AD-AE6E-4512-8171-91612E84CCFB}"/>
          </ac:picMkLst>
        </pc:picChg>
        <pc:cxnChg chg="add del">
          <ac:chgData name="SELINE BOWENS" userId="a2d93fef35549dd9" providerId="LiveId" clId="{90DB2DF4-022A-42B8-9068-DBD65068BF46}" dt="2026-02-23T13:18:00.404" v="717" actId="26606"/>
          <ac:cxnSpMkLst>
            <pc:docMk/>
            <pc:sldMk cId="4009392590" sldId="267"/>
            <ac:cxnSpMk id="10" creationId="{9EC65442-F244-409C-BF44-C5D6472E810A}"/>
          </ac:cxnSpMkLst>
        </pc:cxnChg>
        <pc:cxnChg chg="add del">
          <ac:chgData name="SELINE BOWENS" userId="a2d93fef35549dd9" providerId="LiveId" clId="{90DB2DF4-022A-42B8-9068-DBD65068BF46}" dt="2026-02-23T13:17:53.219" v="715" actId="26606"/>
          <ac:cxnSpMkLst>
            <pc:docMk/>
            <pc:sldMk cId="4009392590" sldId="267"/>
            <ac:cxnSpMk id="11" creationId="{D259FEF2-F6A5-442F-BA10-4E39EECD0ABE}"/>
          </ac:cxnSpMkLst>
        </pc:cxnChg>
        <pc:cxnChg chg="add del">
          <ac:chgData name="SELINE BOWENS" userId="a2d93fef35549dd9" providerId="LiveId" clId="{90DB2DF4-022A-42B8-9068-DBD65068BF46}" dt="2026-02-23T13:18:05.507" v="719" actId="26606"/>
          <ac:cxnSpMkLst>
            <pc:docMk/>
            <pc:sldMk cId="4009392590" sldId="267"/>
            <ac:cxnSpMk id="19" creationId="{FE1A49CE-B63D-457A-A180-1C883E1A63D2}"/>
          </ac:cxnSpMkLst>
        </pc:cxnChg>
        <pc:cxnChg chg="add del">
          <ac:chgData name="SELINE BOWENS" userId="a2d93fef35549dd9" providerId="LiveId" clId="{90DB2DF4-022A-42B8-9068-DBD65068BF46}" dt="2026-02-23T13:18:05.507" v="719" actId="26606"/>
          <ac:cxnSpMkLst>
            <pc:docMk/>
            <pc:sldMk cId="4009392590" sldId="267"/>
            <ac:cxnSpMk id="21" creationId="{9EBB0476-5CF0-4F44-8D68-5D42D7AEE43A}"/>
          </ac:cxnSpMkLst>
        </pc:cxnChg>
        <pc:cxnChg chg="add del">
          <ac:chgData name="SELINE BOWENS" userId="a2d93fef35549dd9" providerId="LiveId" clId="{90DB2DF4-022A-42B8-9068-DBD65068BF46}" dt="2026-02-23T13:19:08.818" v="727" actId="26606"/>
          <ac:cxnSpMkLst>
            <pc:docMk/>
            <pc:sldMk cId="4009392590" sldId="267"/>
            <ac:cxnSpMk id="43" creationId="{FE1A49CE-B63D-457A-A180-1C883E1A63D2}"/>
          </ac:cxnSpMkLst>
        </pc:cxnChg>
      </pc:sldChg>
      <pc:sldChg chg="addSp delSp modSp new mod setBg setClrOvrMap">
        <pc:chgData name="SELINE BOWENS" userId="a2d93fef35549dd9" providerId="LiveId" clId="{90DB2DF4-022A-42B8-9068-DBD65068BF46}" dt="2026-02-23T13:22:38.209" v="748" actId="27636"/>
        <pc:sldMkLst>
          <pc:docMk/>
          <pc:sldMk cId="4282641429" sldId="268"/>
        </pc:sldMkLst>
        <pc:spChg chg="mod">
          <ac:chgData name="SELINE BOWENS" userId="a2d93fef35549dd9" providerId="LiveId" clId="{90DB2DF4-022A-42B8-9068-DBD65068BF46}" dt="2026-02-23T13:21:53.537" v="744" actId="26606"/>
          <ac:spMkLst>
            <pc:docMk/>
            <pc:sldMk cId="4282641429" sldId="268"/>
            <ac:spMk id="2" creationId="{F14FCC98-C114-36B6-9714-00F738293EB9}"/>
          </ac:spMkLst>
        </pc:spChg>
        <pc:spChg chg="add del mod">
          <ac:chgData name="SELINE BOWENS" userId="a2d93fef35549dd9" providerId="LiveId" clId="{90DB2DF4-022A-42B8-9068-DBD65068BF46}" dt="2026-02-23T13:21:53.537" v="744" actId="26606"/>
          <ac:spMkLst>
            <pc:docMk/>
            <pc:sldMk cId="4282641429" sldId="268"/>
            <ac:spMk id="3" creationId="{9F342CB2-5AD0-A15E-3595-C1A8CBD5751E}"/>
          </ac:spMkLst>
        </pc:spChg>
        <pc:spChg chg="add del">
          <ac:chgData name="SELINE BOWENS" userId="a2d93fef35549dd9" providerId="LiveId" clId="{90DB2DF4-022A-42B8-9068-DBD65068BF46}" dt="2026-02-23T13:21:53.537" v="744" actId="26606"/>
          <ac:spMkLst>
            <pc:docMk/>
            <pc:sldMk cId="4282641429" sldId="268"/>
            <ac:spMk id="8" creationId="{A5B0BB24-CF19-4E6C-AFC4-A0F18438D8B9}"/>
          </ac:spMkLst>
        </pc:spChg>
        <pc:spChg chg="add del">
          <ac:chgData name="SELINE BOWENS" userId="a2d93fef35549dd9" providerId="LiveId" clId="{90DB2DF4-022A-42B8-9068-DBD65068BF46}" dt="2026-02-23T13:21:53.537" v="744" actId="26606"/>
          <ac:spMkLst>
            <pc:docMk/>
            <pc:sldMk cId="4282641429" sldId="268"/>
            <ac:spMk id="10" creationId="{3438CEF5-63E3-4928-9F1C-395224D24D7C}"/>
          </ac:spMkLst>
        </pc:spChg>
        <pc:spChg chg="add del">
          <ac:chgData name="SELINE BOWENS" userId="a2d93fef35549dd9" providerId="LiveId" clId="{90DB2DF4-022A-42B8-9068-DBD65068BF46}" dt="2026-02-23T13:21:53.537" v="744" actId="26606"/>
          <ac:spMkLst>
            <pc:docMk/>
            <pc:sldMk cId="4282641429" sldId="268"/>
            <ac:spMk id="14" creationId="{A72CA9B9-8D14-4AF2-934E-21FE4A339E36}"/>
          </ac:spMkLst>
        </pc:spChg>
        <pc:spChg chg="add">
          <ac:chgData name="SELINE BOWENS" userId="a2d93fef35549dd9" providerId="LiveId" clId="{90DB2DF4-022A-42B8-9068-DBD65068BF46}" dt="2026-02-23T13:21:53.537" v="744" actId="26606"/>
          <ac:spMkLst>
            <pc:docMk/>
            <pc:sldMk cId="4282641429" sldId="268"/>
            <ac:spMk id="19" creationId="{F63C748C-967B-4A7B-A90F-3EDD0F485AC6}"/>
          </ac:spMkLst>
        </pc:spChg>
        <pc:spChg chg="add del">
          <ac:chgData name="SELINE BOWENS" userId="a2d93fef35549dd9" providerId="LiveId" clId="{90DB2DF4-022A-42B8-9068-DBD65068BF46}" dt="2026-02-23T13:21:53.517" v="743" actId="26606"/>
          <ac:spMkLst>
            <pc:docMk/>
            <pc:sldMk cId="4282641429" sldId="268"/>
            <ac:spMk id="20" creationId="{32D32A60-013B-47A8-8833-D2424080917B}"/>
          </ac:spMkLst>
        </pc:spChg>
        <pc:spChg chg="add">
          <ac:chgData name="SELINE BOWENS" userId="a2d93fef35549dd9" providerId="LiveId" clId="{90DB2DF4-022A-42B8-9068-DBD65068BF46}" dt="2026-02-23T13:21:53.537" v="744" actId="26606"/>
          <ac:spMkLst>
            <pc:docMk/>
            <pc:sldMk cId="4282641429" sldId="268"/>
            <ac:spMk id="21" creationId="{C0143637-4934-44E4-B909-BAF1E7B27972}"/>
          </ac:spMkLst>
        </pc:spChg>
        <pc:spChg chg="add del">
          <ac:chgData name="SELINE BOWENS" userId="a2d93fef35549dd9" providerId="LiveId" clId="{90DB2DF4-022A-42B8-9068-DBD65068BF46}" dt="2026-02-23T13:21:53.517" v="743" actId="26606"/>
          <ac:spMkLst>
            <pc:docMk/>
            <pc:sldMk cId="4282641429" sldId="268"/>
            <ac:spMk id="22" creationId="{AE27932B-B694-4C4C-90D7-A0333A7C5876}"/>
          </ac:spMkLst>
        </pc:spChg>
        <pc:spChg chg="add del">
          <ac:chgData name="SELINE BOWENS" userId="a2d93fef35549dd9" providerId="LiveId" clId="{90DB2DF4-022A-42B8-9068-DBD65068BF46}" dt="2026-02-23T13:21:53.517" v="743" actId="26606"/>
          <ac:spMkLst>
            <pc:docMk/>
            <pc:sldMk cId="4282641429" sldId="268"/>
            <ac:spMk id="26" creationId="{A9DA474E-6B91-4200-840F-0257B2358A75}"/>
          </ac:spMkLst>
        </pc:spChg>
        <pc:spChg chg="add mod">
          <ac:chgData name="SELINE BOWENS" userId="a2d93fef35549dd9" providerId="LiveId" clId="{90DB2DF4-022A-42B8-9068-DBD65068BF46}" dt="2026-02-23T13:22:38.209" v="748" actId="27636"/>
          <ac:spMkLst>
            <pc:docMk/>
            <pc:sldMk cId="4282641429" sldId="268"/>
            <ac:spMk id="32" creationId="{9F342CB2-5AD0-A15E-3595-C1A8CBD5751E}"/>
          </ac:spMkLst>
        </pc:spChg>
        <pc:graphicFrameChg chg="add del">
          <ac:chgData name="SELINE BOWENS" userId="a2d93fef35549dd9" providerId="LiveId" clId="{90DB2DF4-022A-42B8-9068-DBD65068BF46}" dt="2026-02-23T13:21:53.517" v="743" actId="26606"/>
          <ac:graphicFrameMkLst>
            <pc:docMk/>
            <pc:sldMk cId="4282641429" sldId="268"/>
            <ac:graphicFrameMk id="16" creationId="{7AD013CA-FBC2-E2AB-CDEF-79DA762212F2}"/>
          </ac:graphicFrameMkLst>
        </pc:graphicFrameChg>
        <pc:picChg chg="add del">
          <ac:chgData name="SELINE BOWENS" userId="a2d93fef35549dd9" providerId="LiveId" clId="{90DB2DF4-022A-42B8-9068-DBD65068BF46}" dt="2026-02-23T13:21:53.517" v="743" actId="26606"/>
          <ac:picMkLst>
            <pc:docMk/>
            <pc:sldMk cId="4282641429" sldId="268"/>
            <ac:picMk id="28" creationId="{DF63C9AD-AE6E-4512-8171-91612E84CCFB}"/>
          </ac:picMkLst>
        </pc:picChg>
        <pc:cxnChg chg="add del">
          <ac:chgData name="SELINE BOWENS" userId="a2d93fef35549dd9" providerId="LiveId" clId="{90DB2DF4-022A-42B8-9068-DBD65068BF46}" dt="2026-02-23T13:21:53.537" v="744" actId="26606"/>
          <ac:cxnSpMkLst>
            <pc:docMk/>
            <pc:sldMk cId="4282641429" sldId="268"/>
            <ac:cxnSpMk id="12" creationId="{F328CB6C-F677-4C0B-9EE8-4D1C44DDF8DC}"/>
          </ac:cxnSpMkLst>
        </pc:cxnChg>
      </pc:sldChg>
      <pc:sldChg chg="addSp delSp modSp new mod">
        <pc:chgData name="SELINE BOWENS" userId="a2d93fef35549dd9" providerId="LiveId" clId="{90DB2DF4-022A-42B8-9068-DBD65068BF46}" dt="2026-02-23T13:23:42.853" v="753"/>
        <pc:sldMkLst>
          <pc:docMk/>
          <pc:sldMk cId="1581999954" sldId="269"/>
        </pc:sldMkLst>
        <pc:spChg chg="mod">
          <ac:chgData name="SELINE BOWENS" userId="a2d93fef35549dd9" providerId="LiveId" clId="{90DB2DF4-022A-42B8-9068-DBD65068BF46}" dt="2026-02-23T13:15:14.367" v="701" actId="27636"/>
          <ac:spMkLst>
            <pc:docMk/>
            <pc:sldMk cId="1581999954" sldId="269"/>
            <ac:spMk id="2" creationId="{721B3EDF-4758-06BC-2431-61FBB89A3BE8}"/>
          </ac:spMkLst>
        </pc:spChg>
        <pc:spChg chg="del mod">
          <ac:chgData name="SELINE BOWENS" userId="a2d93fef35549dd9" providerId="LiveId" clId="{90DB2DF4-022A-42B8-9068-DBD65068BF46}" dt="2026-02-23T13:20:01.842" v="732" actId="26606"/>
          <ac:spMkLst>
            <pc:docMk/>
            <pc:sldMk cId="1581999954" sldId="269"/>
            <ac:spMk id="3" creationId="{F4FC5099-41E2-E5E0-43C8-E5593F4AC61A}"/>
          </ac:spMkLst>
        </pc:spChg>
        <pc:spChg chg="del mod">
          <ac:chgData name="SELINE BOWENS" userId="a2d93fef35549dd9" providerId="LiveId" clId="{90DB2DF4-022A-42B8-9068-DBD65068BF46}" dt="2026-02-23T13:11:06.999" v="657" actId="478"/>
          <ac:spMkLst>
            <pc:docMk/>
            <pc:sldMk cId="1581999954" sldId="269"/>
            <ac:spMk id="4" creationId="{B632E6FB-4BE8-6221-8C53-395BDA1E77F8}"/>
          </ac:spMkLst>
        </pc:spChg>
        <pc:graphicFrameChg chg="add mod">
          <ac:chgData name="SELINE BOWENS" userId="a2d93fef35549dd9" providerId="LiveId" clId="{90DB2DF4-022A-42B8-9068-DBD65068BF46}" dt="2026-02-23T13:23:42.853" v="753"/>
          <ac:graphicFrameMkLst>
            <pc:docMk/>
            <pc:sldMk cId="1581999954" sldId="269"/>
            <ac:graphicFrameMk id="5" creationId="{B08E7D14-9663-BCB9-29BE-2DD05A61989F}"/>
          </ac:graphicFrameMkLst>
        </pc:graphicFrameChg>
      </pc:sldChg>
      <pc:sldChg chg="new del">
        <pc:chgData name="SELINE BOWENS" userId="a2d93fef35549dd9" providerId="LiveId" clId="{90DB2DF4-022A-42B8-9068-DBD65068BF46}" dt="2026-02-23T13:14:55.206" v="692" actId="2696"/>
        <pc:sldMkLst>
          <pc:docMk/>
          <pc:sldMk cId="4225398482" sldId="270"/>
        </pc:sldMkLst>
      </pc:sldChg>
      <pc:sldMasterChg chg="delSldLayout">
        <pc:chgData name="SELINE BOWENS" userId="a2d93fef35549dd9" providerId="LiveId" clId="{90DB2DF4-022A-42B8-9068-DBD65068BF46}" dt="2026-02-23T13:11:57.297" v="665" actId="2696"/>
        <pc:sldMasterMkLst>
          <pc:docMk/>
          <pc:sldMasterMk cId="4207681567" sldId="2147483733"/>
        </pc:sldMasterMkLst>
        <pc:sldLayoutChg chg="del">
          <pc:chgData name="SELINE BOWENS" userId="a2d93fef35549dd9" providerId="LiveId" clId="{90DB2DF4-022A-42B8-9068-DBD65068BF46}" dt="2026-02-23T13:11:57.297" v="665" actId="2696"/>
          <pc:sldLayoutMkLst>
            <pc:docMk/>
            <pc:sldMasterMk cId="4207681567" sldId="2147483733"/>
            <pc:sldLayoutMk cId="3868641741" sldId="2147483745"/>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630916B-FB12-4D61-AB77-64C8961C5E4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1E37BEA2-BE76-4093-8D6E-B4C7BB99E3E5}">
      <dgm:prSet/>
      <dgm:spPr/>
      <dgm:t>
        <a:bodyPr/>
        <a:lstStyle/>
        <a:p>
          <a:r>
            <a:rPr lang="en-US" dirty="0"/>
            <a:t>An Angular app that calls a backend API will not work unless both the frontend (port 4200) and the backend (port 5000) are running at the same time. This is easy to forget and should be the first thing to check when debugging.</a:t>
          </a:r>
        </a:p>
      </dgm:t>
    </dgm:pt>
    <dgm:pt modelId="{D0BA48B8-A13E-4383-A18E-19E5F11A3EA7}" type="parTrans" cxnId="{2758FA79-FD66-47E2-BFB9-F5A335434ED7}">
      <dgm:prSet/>
      <dgm:spPr/>
      <dgm:t>
        <a:bodyPr/>
        <a:lstStyle/>
        <a:p>
          <a:endParaRPr lang="en-US"/>
        </a:p>
      </dgm:t>
    </dgm:pt>
    <dgm:pt modelId="{74B85991-4FB9-4E9A-9C6F-8C8601293DB6}" type="sibTrans" cxnId="{2758FA79-FD66-47E2-BFB9-F5A335434ED7}">
      <dgm:prSet/>
      <dgm:spPr/>
      <dgm:t>
        <a:bodyPr/>
        <a:lstStyle/>
        <a:p>
          <a:endParaRPr lang="en-US"/>
        </a:p>
      </dgm:t>
    </dgm:pt>
    <dgm:pt modelId="{6DE74987-7CCC-4D86-8CE8-A237284B3EBA}">
      <dgm:prSet/>
      <dgm:spPr/>
      <dgm:t>
        <a:bodyPr/>
        <a:lstStyle/>
        <a:p>
          <a:r>
            <a:rPr lang="en-US" dirty="0"/>
            <a:t>Angular does not always automatically update the screen when data changes inside an Observable callback. Using </a:t>
          </a:r>
          <a:r>
            <a:rPr lang="en-US" dirty="0" err="1"/>
            <a:t>ChangeDetectorRef.detectChanges</a:t>
          </a:r>
          <a:r>
            <a:rPr lang="en-US" dirty="0"/>
            <a:t>() forces Angular to refresh the view immediately after the API response arrives</a:t>
          </a:r>
        </a:p>
      </dgm:t>
    </dgm:pt>
    <dgm:pt modelId="{1161BBFD-3841-4488-876F-AD1011F1B85F}" type="parTrans" cxnId="{CCD77490-AC9B-462F-8DF8-56AAD5697209}">
      <dgm:prSet/>
      <dgm:spPr/>
      <dgm:t>
        <a:bodyPr/>
        <a:lstStyle/>
        <a:p>
          <a:endParaRPr lang="en-US"/>
        </a:p>
      </dgm:t>
    </dgm:pt>
    <dgm:pt modelId="{9FDDFE36-8C37-4168-824B-CDD88DB627F1}" type="sibTrans" cxnId="{CCD77490-AC9B-462F-8DF8-56AAD5697209}">
      <dgm:prSet/>
      <dgm:spPr/>
      <dgm:t>
        <a:bodyPr/>
        <a:lstStyle/>
        <a:p>
          <a:endParaRPr lang="en-US"/>
        </a:p>
      </dgm:t>
    </dgm:pt>
    <dgm:pt modelId="{26BC9FDC-23DF-42A9-BC18-3B27EBFDEF81}">
      <dgm:prSet/>
      <dgm:spPr/>
      <dgm:t>
        <a:bodyPr/>
        <a:lstStyle/>
        <a:p>
          <a:r>
            <a:rPr lang="en-US"/>
            <a:t>When something is not working, opening the browser Network tab immediately tells you if the API request is being made and what status code it returns. This is much faster than guessing what is wrong in the code.</a:t>
          </a:r>
        </a:p>
      </dgm:t>
    </dgm:pt>
    <dgm:pt modelId="{CEB7E39D-17F2-4D40-B000-DE905041D279}" type="parTrans" cxnId="{6D49716D-2776-416A-938E-FCCAA01114B0}">
      <dgm:prSet/>
      <dgm:spPr/>
      <dgm:t>
        <a:bodyPr/>
        <a:lstStyle/>
        <a:p>
          <a:endParaRPr lang="en-US"/>
        </a:p>
      </dgm:t>
    </dgm:pt>
    <dgm:pt modelId="{FBA3A416-D857-4A17-B198-5A2393DE9028}" type="sibTrans" cxnId="{6D49716D-2776-416A-938E-FCCAA01114B0}">
      <dgm:prSet/>
      <dgm:spPr/>
      <dgm:t>
        <a:bodyPr/>
        <a:lstStyle/>
        <a:p>
          <a:endParaRPr lang="en-US"/>
        </a:p>
      </dgm:t>
    </dgm:pt>
    <dgm:pt modelId="{D3C47ED6-3E29-4340-9104-752B02E977DB}" type="pres">
      <dgm:prSet presAssocID="{4630916B-FB12-4D61-AB77-64C8961C5E4A}" presName="linear" presStyleCnt="0">
        <dgm:presLayoutVars>
          <dgm:animLvl val="lvl"/>
          <dgm:resizeHandles val="exact"/>
        </dgm:presLayoutVars>
      </dgm:prSet>
      <dgm:spPr/>
    </dgm:pt>
    <dgm:pt modelId="{1CB646EF-BF64-4F0A-9EAF-C43376618A6C}" type="pres">
      <dgm:prSet presAssocID="{1E37BEA2-BE76-4093-8D6E-B4C7BB99E3E5}" presName="parentText" presStyleLbl="node1" presStyleIdx="0" presStyleCnt="3" custLinFactNeighborX="4791" custLinFactNeighborY="-75866">
        <dgm:presLayoutVars>
          <dgm:chMax val="0"/>
          <dgm:bulletEnabled val="1"/>
        </dgm:presLayoutVars>
      </dgm:prSet>
      <dgm:spPr/>
    </dgm:pt>
    <dgm:pt modelId="{A3EB65EA-9938-4ACC-9E52-CE31986BF2FB}" type="pres">
      <dgm:prSet presAssocID="{74B85991-4FB9-4E9A-9C6F-8C8601293DB6}" presName="spacer" presStyleCnt="0"/>
      <dgm:spPr/>
    </dgm:pt>
    <dgm:pt modelId="{883E005F-30FB-4D09-AD2F-E9AB372719AD}" type="pres">
      <dgm:prSet presAssocID="{6DE74987-7CCC-4D86-8CE8-A237284B3EBA}" presName="parentText" presStyleLbl="node1" presStyleIdx="1" presStyleCnt="3">
        <dgm:presLayoutVars>
          <dgm:chMax val="0"/>
          <dgm:bulletEnabled val="1"/>
        </dgm:presLayoutVars>
      </dgm:prSet>
      <dgm:spPr/>
    </dgm:pt>
    <dgm:pt modelId="{626AFB5A-EC26-49F4-8AD0-58E7F6AF972F}" type="pres">
      <dgm:prSet presAssocID="{9FDDFE36-8C37-4168-824B-CDD88DB627F1}" presName="spacer" presStyleCnt="0"/>
      <dgm:spPr/>
    </dgm:pt>
    <dgm:pt modelId="{B8D91D75-D84C-4051-882E-94AB7BEC34A8}" type="pres">
      <dgm:prSet presAssocID="{26BC9FDC-23DF-42A9-BC18-3B27EBFDEF81}" presName="parentText" presStyleLbl="node1" presStyleIdx="2" presStyleCnt="3">
        <dgm:presLayoutVars>
          <dgm:chMax val="0"/>
          <dgm:bulletEnabled val="1"/>
        </dgm:presLayoutVars>
      </dgm:prSet>
      <dgm:spPr/>
    </dgm:pt>
  </dgm:ptLst>
  <dgm:cxnLst>
    <dgm:cxn modelId="{FEB5E43B-5803-4B8E-A653-3852D4CF7274}" type="presOf" srcId="{6DE74987-7CCC-4D86-8CE8-A237284B3EBA}" destId="{883E005F-30FB-4D09-AD2F-E9AB372719AD}" srcOrd="0" destOrd="0" presId="urn:microsoft.com/office/officeart/2005/8/layout/vList2"/>
    <dgm:cxn modelId="{6D49716D-2776-416A-938E-FCCAA01114B0}" srcId="{4630916B-FB12-4D61-AB77-64C8961C5E4A}" destId="{26BC9FDC-23DF-42A9-BC18-3B27EBFDEF81}" srcOrd="2" destOrd="0" parTransId="{CEB7E39D-17F2-4D40-B000-DE905041D279}" sibTransId="{FBA3A416-D857-4A17-B198-5A2393DE9028}"/>
    <dgm:cxn modelId="{2758FA79-FD66-47E2-BFB9-F5A335434ED7}" srcId="{4630916B-FB12-4D61-AB77-64C8961C5E4A}" destId="{1E37BEA2-BE76-4093-8D6E-B4C7BB99E3E5}" srcOrd="0" destOrd="0" parTransId="{D0BA48B8-A13E-4383-A18E-19E5F11A3EA7}" sibTransId="{74B85991-4FB9-4E9A-9C6F-8C8601293DB6}"/>
    <dgm:cxn modelId="{CCD77490-AC9B-462F-8DF8-56AAD5697209}" srcId="{4630916B-FB12-4D61-AB77-64C8961C5E4A}" destId="{6DE74987-7CCC-4D86-8CE8-A237284B3EBA}" srcOrd="1" destOrd="0" parTransId="{1161BBFD-3841-4488-876F-AD1011F1B85F}" sibTransId="{9FDDFE36-8C37-4168-824B-CDD88DB627F1}"/>
    <dgm:cxn modelId="{BCC3B9C4-B25A-4C17-8FCE-50DAC5D54A77}" type="presOf" srcId="{26BC9FDC-23DF-42A9-BC18-3B27EBFDEF81}" destId="{B8D91D75-D84C-4051-882E-94AB7BEC34A8}" srcOrd="0" destOrd="0" presId="urn:microsoft.com/office/officeart/2005/8/layout/vList2"/>
    <dgm:cxn modelId="{CD9811E4-6733-44AB-BF98-D3C73A3C815F}" type="presOf" srcId="{4630916B-FB12-4D61-AB77-64C8961C5E4A}" destId="{D3C47ED6-3E29-4340-9104-752B02E977DB}" srcOrd="0" destOrd="0" presId="urn:microsoft.com/office/officeart/2005/8/layout/vList2"/>
    <dgm:cxn modelId="{681622FA-F353-401D-8054-15B8A4422B8C}" type="presOf" srcId="{1E37BEA2-BE76-4093-8D6E-B4C7BB99E3E5}" destId="{1CB646EF-BF64-4F0A-9EAF-C43376618A6C}" srcOrd="0" destOrd="0" presId="urn:microsoft.com/office/officeart/2005/8/layout/vList2"/>
    <dgm:cxn modelId="{222EF8FB-3248-44DB-967A-BDB0427A0FD6}" type="presParOf" srcId="{D3C47ED6-3E29-4340-9104-752B02E977DB}" destId="{1CB646EF-BF64-4F0A-9EAF-C43376618A6C}" srcOrd="0" destOrd="0" presId="urn:microsoft.com/office/officeart/2005/8/layout/vList2"/>
    <dgm:cxn modelId="{C5A17E65-038F-42E1-9DC1-3A47265E08CD}" type="presParOf" srcId="{D3C47ED6-3E29-4340-9104-752B02E977DB}" destId="{A3EB65EA-9938-4ACC-9E52-CE31986BF2FB}" srcOrd="1" destOrd="0" presId="urn:microsoft.com/office/officeart/2005/8/layout/vList2"/>
    <dgm:cxn modelId="{245DBB99-706C-49B8-91EE-4869FF950590}" type="presParOf" srcId="{D3C47ED6-3E29-4340-9104-752B02E977DB}" destId="{883E005F-30FB-4D09-AD2F-E9AB372719AD}" srcOrd="2" destOrd="0" presId="urn:microsoft.com/office/officeart/2005/8/layout/vList2"/>
    <dgm:cxn modelId="{1C25E04F-683D-4CF8-BEB0-B3E0B8489E6D}" type="presParOf" srcId="{D3C47ED6-3E29-4340-9104-752B02E977DB}" destId="{626AFB5A-EC26-49F4-8AD0-58E7F6AF972F}" srcOrd="3" destOrd="0" presId="urn:microsoft.com/office/officeart/2005/8/layout/vList2"/>
    <dgm:cxn modelId="{D2A71267-9128-4848-81B6-149803A743A5}" type="presParOf" srcId="{D3C47ED6-3E29-4340-9104-752B02E977DB}" destId="{B8D91D75-D84C-4051-882E-94AB7BEC34A8}"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B646EF-BF64-4F0A-9EAF-C43376618A6C}">
      <dsp:nvSpPr>
        <dsp:cNvPr id="0" name=""/>
        <dsp:cNvSpPr/>
      </dsp:nvSpPr>
      <dsp:spPr>
        <a:xfrm>
          <a:off x="0" y="28927"/>
          <a:ext cx="5607050" cy="10179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dirty="0"/>
            <a:t>An Angular app that calls a backend API will not work unless both the frontend (port 4200) and the backend (port 5000) are running at the same time. This is easy to forget and should be the first thing to check when debugging.</a:t>
          </a:r>
        </a:p>
      </dsp:txBody>
      <dsp:txXfrm>
        <a:off x="49690" y="78617"/>
        <a:ext cx="5507670" cy="918520"/>
      </dsp:txXfrm>
    </dsp:sp>
    <dsp:sp modelId="{883E005F-30FB-4D09-AD2F-E9AB372719AD}">
      <dsp:nvSpPr>
        <dsp:cNvPr id="0" name=""/>
        <dsp:cNvSpPr/>
      </dsp:nvSpPr>
      <dsp:spPr>
        <a:xfrm>
          <a:off x="0" y="1122802"/>
          <a:ext cx="5607050" cy="10179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dirty="0"/>
            <a:t>Angular does not always automatically update the screen when data changes inside an Observable callback. Using </a:t>
          </a:r>
          <a:r>
            <a:rPr lang="en-US" sz="1500" kern="1200" dirty="0" err="1"/>
            <a:t>ChangeDetectorRef.detectChanges</a:t>
          </a:r>
          <a:r>
            <a:rPr lang="en-US" sz="1500" kern="1200" dirty="0"/>
            <a:t>() forces Angular to refresh the view immediately after the API response arrives</a:t>
          </a:r>
        </a:p>
      </dsp:txBody>
      <dsp:txXfrm>
        <a:off x="49690" y="1172492"/>
        <a:ext cx="5507670" cy="918520"/>
      </dsp:txXfrm>
    </dsp:sp>
    <dsp:sp modelId="{B8D91D75-D84C-4051-882E-94AB7BEC34A8}">
      <dsp:nvSpPr>
        <dsp:cNvPr id="0" name=""/>
        <dsp:cNvSpPr/>
      </dsp:nvSpPr>
      <dsp:spPr>
        <a:xfrm>
          <a:off x="0" y="2183902"/>
          <a:ext cx="5607050" cy="101790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When something is not working, opening the browser Network tab immediately tells you if the API request is being made and what status code it returns. This is much faster than guessing what is wrong in the code.</a:t>
          </a:r>
        </a:p>
      </dsp:txBody>
      <dsp:txXfrm>
        <a:off x="49690" y="2233592"/>
        <a:ext cx="5507670" cy="91852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56745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13335" y="601724"/>
            <a:ext cx="6477805" cy="1906073"/>
          </a:xfrm>
        </p:spPr>
        <p:txBody>
          <a:bodyPr bIns="0" anchor="b">
            <a:normAutofit/>
          </a:bodyPr>
          <a:lstStyle>
            <a:lvl1pPr algn="l">
              <a:defRPr sz="4950"/>
            </a:lvl1pPr>
          </a:lstStyle>
          <a:p>
            <a:r>
              <a:rPr lang="en-US"/>
              <a:t>Click to edit Master title style</a:t>
            </a:r>
            <a:endParaRPr lang="en-US" dirty="0"/>
          </a:p>
        </p:txBody>
      </p:sp>
      <p:sp>
        <p:nvSpPr>
          <p:cNvPr id="3" name="Subtitle 2"/>
          <p:cNvSpPr>
            <a:spLocks noGrp="1"/>
          </p:cNvSpPr>
          <p:nvPr>
            <p:ph type="subTitle" idx="1"/>
          </p:nvPr>
        </p:nvSpPr>
        <p:spPr>
          <a:xfrm>
            <a:off x="1813335" y="2648403"/>
            <a:ext cx="6477804" cy="733216"/>
          </a:xfrm>
        </p:spPr>
        <p:txBody>
          <a:bodyPr tIns="91440" bIns="91440">
            <a:normAutofit/>
          </a:bodyPr>
          <a:lstStyle>
            <a:lvl1pPr marL="0" indent="0" algn="l">
              <a:buNone/>
              <a:defRPr sz="1350" b="0" cap="all" baseline="0">
                <a:solidFill>
                  <a:schemeClr val="tx1"/>
                </a:solidFill>
              </a:defRPr>
            </a:lvl1pPr>
            <a:lvl2pPr marL="342900" indent="0" algn="ctr">
              <a:buNone/>
              <a:defRPr sz="135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2/23/2026</a:t>
            </a:fld>
            <a:endParaRPr lang="en-US" dirty="0"/>
          </a:p>
        </p:txBody>
      </p:sp>
      <p:sp>
        <p:nvSpPr>
          <p:cNvPr id="5" name="Footer Placeholder 4"/>
          <p:cNvSpPr>
            <a:spLocks noGrp="1"/>
          </p:cNvSpPr>
          <p:nvPr>
            <p:ph type="ftr" sz="quarter" idx="11"/>
          </p:nvPr>
        </p:nvSpPr>
        <p:spPr>
          <a:xfrm>
            <a:off x="1812376" y="246981"/>
            <a:ext cx="3730436" cy="231901"/>
          </a:xfrm>
        </p:spPr>
        <p:txBody>
          <a:bodyPr/>
          <a:lstStyle/>
          <a:p>
            <a:endParaRPr lang="en-US" dirty="0"/>
          </a:p>
        </p:txBody>
      </p:sp>
      <p:sp>
        <p:nvSpPr>
          <p:cNvPr id="6" name="Slide Number Placeholder 5"/>
          <p:cNvSpPr>
            <a:spLocks noGrp="1"/>
          </p:cNvSpPr>
          <p:nvPr>
            <p:ph type="sldNum" sz="quarter" idx="12"/>
          </p:nvPr>
        </p:nvSpPr>
        <p:spPr>
          <a:xfrm>
            <a:off x="1078249" y="599230"/>
            <a:ext cx="608264" cy="377684"/>
          </a:xfrm>
        </p:spPr>
        <p:txBody>
          <a:bodyPr/>
          <a:lstStyle/>
          <a:p>
            <a:fld id="{D57F1E4F-1CFF-5643-939E-02111984F565}" type="slidenum">
              <a:rPr lang="en-US" smtClean="0"/>
              <a:t>‹#›</a:t>
            </a:fld>
            <a:endParaRPr lang="en-US" dirty="0"/>
          </a:p>
        </p:txBody>
      </p:sp>
      <p:cxnSp>
        <p:nvCxnSpPr>
          <p:cNvPr id="15" name="Straight Connector 14"/>
          <p:cNvCxnSpPr/>
          <p:nvPr/>
        </p:nvCxnSpPr>
        <p:spPr>
          <a:xfrm>
            <a:off x="1813335" y="2646407"/>
            <a:ext cx="647780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8827395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33" name="Straight Connector 32"/>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99902494"/>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90679" y="1317097"/>
            <a:ext cx="6482366" cy="1415963"/>
          </a:xfrm>
        </p:spPr>
        <p:txBody>
          <a:bodyPr anchor="b">
            <a:normAutofit/>
          </a:bodyPr>
          <a:lstStyle>
            <a:lvl1pPr algn="l">
              <a:defRPr sz="2700"/>
            </a:lvl1pPr>
          </a:lstStyle>
          <a:p>
            <a:r>
              <a:rPr lang="en-US"/>
              <a:t>Click to edit Master title style</a:t>
            </a:r>
            <a:endParaRPr lang="en-US" dirty="0"/>
          </a:p>
        </p:txBody>
      </p:sp>
      <p:sp>
        <p:nvSpPr>
          <p:cNvPr id="3" name="Text Placeholder 2"/>
          <p:cNvSpPr>
            <a:spLocks noGrp="1"/>
          </p:cNvSpPr>
          <p:nvPr>
            <p:ph type="body" idx="1"/>
          </p:nvPr>
        </p:nvSpPr>
        <p:spPr>
          <a:xfrm>
            <a:off x="1090679" y="2854647"/>
            <a:ext cx="6472835" cy="759697"/>
          </a:xfrm>
        </p:spPr>
        <p:txBody>
          <a:bodyPr tIns="91440">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15" name="Straight Connector 14"/>
          <p:cNvCxnSpPr/>
          <p:nvPr/>
        </p:nvCxnSpPr>
        <p:spPr>
          <a:xfrm>
            <a:off x="1090679" y="2853739"/>
            <a:ext cx="647283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2325015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86913" y="603667"/>
            <a:ext cx="7204226" cy="79447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85498" y="1508159"/>
            <a:ext cx="3483864" cy="25864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10328" y="1513007"/>
            <a:ext cx="3483864" cy="25811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smtClean="0"/>
              <a:t>2/23/2026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cxnSp>
        <p:nvCxnSpPr>
          <p:cNvPr id="35" name="Straight Connector 34"/>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5322096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85394" y="603123"/>
            <a:ext cx="7205746" cy="79223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85393" y="1514662"/>
            <a:ext cx="3483864" cy="601457"/>
          </a:xfrm>
        </p:spPr>
        <p:txBody>
          <a:bodyPr anchor="b">
            <a:normAutofit/>
          </a:bodyPr>
          <a:lstStyle>
            <a:lvl1pPr marL="0" indent="0">
              <a:lnSpc>
                <a:spcPct val="100000"/>
              </a:lnSpc>
              <a:buNone/>
              <a:defRPr sz="165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085393" y="2118202"/>
            <a:ext cx="3483864" cy="19833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09272" y="1517253"/>
            <a:ext cx="3483864" cy="601678"/>
          </a:xfrm>
        </p:spPr>
        <p:txBody>
          <a:bodyPr anchor="b">
            <a:normAutofit/>
          </a:bodyPr>
          <a:lstStyle>
            <a:lvl1pPr marL="0" indent="0">
              <a:lnSpc>
                <a:spcPct val="100000"/>
              </a:lnSpc>
              <a:buNone/>
              <a:defRPr sz="165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09272" y="2116119"/>
            <a:ext cx="3483864" cy="19780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t>2/23/2026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cxnSp>
        <p:nvCxnSpPr>
          <p:cNvPr id="29" name="Straight Connector 28"/>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4280625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2/23/2026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cxnSp>
        <p:nvCxnSpPr>
          <p:cNvPr id="25" name="Straight Connector 24"/>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6293661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2/23/2026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88526354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3504" y="599230"/>
            <a:ext cx="2454824" cy="1685338"/>
          </a:xfrm>
        </p:spPr>
        <p:txBody>
          <a:bodyPr anchor="b">
            <a:normAutofit/>
          </a:bodyPr>
          <a:lstStyle>
            <a:lvl1pPr algn="l">
              <a:defRPr sz="1800"/>
            </a:lvl1pPr>
          </a:lstStyle>
          <a:p>
            <a:r>
              <a:rPr lang="en-US"/>
              <a:t>Click to edit Master title style</a:t>
            </a:r>
            <a:endParaRPr lang="en-US" dirty="0"/>
          </a:p>
        </p:txBody>
      </p:sp>
      <p:sp>
        <p:nvSpPr>
          <p:cNvPr id="3" name="Content Placeholder 2"/>
          <p:cNvSpPr>
            <a:spLocks noGrp="1"/>
          </p:cNvSpPr>
          <p:nvPr>
            <p:ph idx="1"/>
          </p:nvPr>
        </p:nvSpPr>
        <p:spPr>
          <a:xfrm>
            <a:off x="3782785" y="599230"/>
            <a:ext cx="4509353" cy="349412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83504" y="2404119"/>
            <a:ext cx="2456260" cy="1686136"/>
          </a:xfrm>
        </p:spPr>
        <p:txBody>
          <a:bodyPr/>
          <a:lstStyle>
            <a:lvl1pPr marL="0" indent="0" algn="l">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2/23/2026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cxnSp>
        <p:nvCxnSpPr>
          <p:cNvPr id="17" name="Straight Connector 16"/>
          <p:cNvCxnSpPr/>
          <p:nvPr/>
        </p:nvCxnSpPr>
        <p:spPr>
          <a:xfrm>
            <a:off x="1086210" y="2404118"/>
            <a:ext cx="2452118"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36653677"/>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5608041" y="361628"/>
            <a:ext cx="3055900" cy="3861826"/>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088405" y="847135"/>
            <a:ext cx="4149246" cy="1372938"/>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3292" y="841907"/>
            <a:ext cx="2093378" cy="2899745"/>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087747" y="2359494"/>
            <a:ext cx="4143303" cy="1502807"/>
          </a:xfrm>
        </p:spPr>
        <p:txBody>
          <a:bodyPr>
            <a:normAutofit/>
          </a:bodyPr>
          <a:lstStyle>
            <a:lvl1pPr marL="0" indent="0" algn="l">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1085537" y="4102393"/>
            <a:ext cx="4145513" cy="240092"/>
          </a:xfrm>
        </p:spPr>
        <p:txBody>
          <a:bodyPr/>
          <a:lstStyle>
            <a:lvl1pPr algn="l">
              <a:defRPr/>
            </a:lvl1pPr>
          </a:lstStyle>
          <a:p>
            <a:fld id="{4509A250-FF31-4206-8172-F9D3106AACB1}" type="datetimeFigureOut">
              <a:rPr lang="en-US" smtClean="0"/>
              <a:t>2/23/2026</a:t>
            </a:fld>
            <a:endParaRPr lang="en-US" dirty="0"/>
          </a:p>
        </p:txBody>
      </p:sp>
      <p:sp>
        <p:nvSpPr>
          <p:cNvPr id="6" name="Footer Placeholder 5"/>
          <p:cNvSpPr>
            <a:spLocks noGrp="1"/>
          </p:cNvSpPr>
          <p:nvPr>
            <p:ph type="ftr" sz="quarter" idx="11"/>
          </p:nvPr>
        </p:nvSpPr>
        <p:spPr>
          <a:xfrm>
            <a:off x="1085537" y="238981"/>
            <a:ext cx="4155753" cy="240698"/>
          </a:xfrm>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cxnSp>
        <p:nvCxnSpPr>
          <p:cNvPr id="31" name="Straight Connector 30"/>
          <p:cNvCxnSpPr/>
          <p:nvPr/>
        </p:nvCxnSpPr>
        <p:spPr>
          <a:xfrm>
            <a:off x="1085537" y="2357704"/>
            <a:ext cx="414551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8443552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26" name="Straight Connector 25"/>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5004658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79333" y="599230"/>
            <a:ext cx="1211807" cy="3494917"/>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83504" y="599230"/>
            <a:ext cx="5871623" cy="34949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15" name="Straight Connector 14"/>
          <p:cNvCxnSpPr/>
          <p:nvPr/>
        </p:nvCxnSpPr>
        <p:spPr>
          <a:xfrm>
            <a:off x="7079333" y="599230"/>
            <a:ext cx="0" cy="3494917"/>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73092717"/>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1514607"/>
            <a:ext cx="9144000" cy="3079456"/>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4594860"/>
            <a:ext cx="9144000" cy="557213"/>
          </a:xfrm>
          <a:prstGeom prst="rect">
            <a:avLst/>
          </a:prstGeom>
        </p:spPr>
      </p:pic>
      <p:sp>
        <p:nvSpPr>
          <p:cNvPr id="2" name="Title Placeholder 1"/>
          <p:cNvSpPr>
            <a:spLocks noGrp="1"/>
          </p:cNvSpPr>
          <p:nvPr>
            <p:ph type="title"/>
          </p:nvPr>
        </p:nvSpPr>
        <p:spPr>
          <a:xfrm>
            <a:off x="1088685" y="603390"/>
            <a:ext cx="7202456" cy="78692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088685" y="1511799"/>
            <a:ext cx="7202456" cy="25879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65604" y="247778"/>
            <a:ext cx="2625536" cy="231901"/>
          </a:xfrm>
          <a:prstGeom prst="rect">
            <a:avLst/>
          </a:prstGeom>
        </p:spPr>
        <p:txBody>
          <a:bodyPr vert="horz" lIns="91440" tIns="45720" rIns="91440" bIns="45720" rtlCol="0" anchor="ctr"/>
          <a:lstStyle>
            <a:lvl1pPr algn="r">
              <a:defRPr sz="750">
                <a:solidFill>
                  <a:schemeClr val="tx1">
                    <a:tint val="75000"/>
                  </a:schemeClr>
                </a:solidFill>
              </a:defRPr>
            </a:lvl1pPr>
          </a:lstStyle>
          <a:p>
            <a:fld id="{4AAD347D-5ACD-4C99-B74B-A9C85AD731AF}" type="datetimeFigureOut">
              <a:rPr lang="en-US" smtClean="0"/>
              <a:t>2/23/2026</a:t>
            </a:fld>
            <a:endParaRPr lang="en-US" dirty="0"/>
          </a:p>
        </p:txBody>
      </p:sp>
      <p:sp>
        <p:nvSpPr>
          <p:cNvPr id="5" name="Footer Placeholder 4"/>
          <p:cNvSpPr>
            <a:spLocks noGrp="1"/>
          </p:cNvSpPr>
          <p:nvPr>
            <p:ph type="ftr" sz="quarter" idx="3"/>
          </p:nvPr>
        </p:nvSpPr>
        <p:spPr>
          <a:xfrm>
            <a:off x="1088684" y="246981"/>
            <a:ext cx="4454127" cy="231901"/>
          </a:xfrm>
          <a:prstGeom prst="rect">
            <a:avLst/>
          </a:prstGeom>
        </p:spPr>
        <p:txBody>
          <a:bodyPr vert="horz" lIns="91440" tIns="45720" rIns="91440" bIns="45720" rtlCol="0" anchor="ctr"/>
          <a:lstStyle>
            <a:lvl1pPr algn="l">
              <a:defRPr sz="7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360046" y="599230"/>
            <a:ext cx="608264" cy="377684"/>
          </a:xfrm>
          <a:prstGeom prst="rect">
            <a:avLst/>
          </a:prstGeom>
        </p:spPr>
        <p:txBody>
          <a:bodyPr vert="horz" lIns="91440" tIns="45720" rIns="91440" bIns="45720" rtlCol="0" anchor="t"/>
          <a:lstStyle>
            <a:lvl1pPr algn="r">
              <a:defRPr sz="2100">
                <a:solidFill>
                  <a:schemeClr val="accent1"/>
                </a:solidFill>
              </a:defRPr>
            </a:lvl1pPr>
          </a:lstStyle>
          <a:p>
            <a:fld id="{D57F1E4F-1CFF-5643-939E-02111984F565}" type="slidenum">
              <a:rPr lang="en-US" smtClean="0"/>
              <a:t>‹#›</a:t>
            </a:fld>
            <a:endParaRPr lang="en-US" dirty="0"/>
          </a:p>
        </p:txBody>
      </p:sp>
      <p:cxnSp>
        <p:nvCxnSpPr>
          <p:cNvPr id="10" name="Straight Connector 9"/>
          <p:cNvCxnSpPr/>
          <p:nvPr/>
        </p:nvCxnSpPr>
        <p:spPr>
          <a:xfrm>
            <a:off x="0" y="4596310"/>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5070457"/>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Lst>
  <p:hf sldNum="0" hdr="0" ftr="0" dt="0"/>
  <p:txStyles>
    <p:titleStyle>
      <a:lvl1pPr algn="l" defTabSz="685800" rtl="0" eaLnBrk="1" latinLnBrk="0" hangingPunct="1">
        <a:lnSpc>
          <a:spcPct val="90000"/>
        </a:lnSpc>
        <a:spcBef>
          <a:spcPct val="0"/>
        </a:spcBef>
        <a:buNone/>
        <a:defRPr sz="2400" b="0" i="0" kern="1200" cap="all">
          <a:solidFill>
            <a:schemeClr val="tx1"/>
          </a:solidFill>
          <a:effectLst/>
          <a:latin typeface="+mj-lt"/>
          <a:ea typeface="+mj-ea"/>
          <a:cs typeface="+mj-cs"/>
        </a:defRPr>
      </a:lvl1pPr>
    </p:titleStyle>
    <p:bodyStyle>
      <a:lvl1pPr marL="171450" indent="-171450" algn="l" defTabSz="685800" rtl="0" eaLnBrk="1" latinLnBrk="0" hangingPunct="1">
        <a:lnSpc>
          <a:spcPct val="120000"/>
        </a:lnSpc>
        <a:spcBef>
          <a:spcPts val="750"/>
        </a:spcBef>
        <a:buClr>
          <a:schemeClr val="accent1"/>
        </a:buClr>
        <a:buSzPct val="100000"/>
        <a:buFont typeface="Arial" panose="020B0604020202020204" pitchFamily="34" charset="0"/>
        <a:buChar char="•"/>
        <a:defRPr sz="1500" kern="1200">
          <a:solidFill>
            <a:schemeClr val="tx1"/>
          </a:solidFill>
          <a:effectLst/>
          <a:latin typeface="+mn-lt"/>
          <a:ea typeface="+mn-ea"/>
          <a:cs typeface="+mn-cs"/>
        </a:defRPr>
      </a:lvl1pPr>
      <a:lvl2pPr marL="5143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350" kern="1200" cap="none" baseline="0">
          <a:solidFill>
            <a:schemeClr val="tx1"/>
          </a:solidFill>
          <a:effectLst/>
          <a:latin typeface="+mn-lt"/>
          <a:ea typeface="+mn-ea"/>
          <a:cs typeface="+mn-cs"/>
        </a:defRPr>
      </a:lvl2pPr>
      <a:lvl3pPr marL="8572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3pPr>
      <a:lvl4pPr marL="12001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050" kern="1200" cap="none" baseline="0">
          <a:solidFill>
            <a:schemeClr val="tx1"/>
          </a:solidFill>
          <a:effectLst/>
          <a:latin typeface="+mn-lt"/>
          <a:ea typeface="+mn-ea"/>
          <a:cs typeface="+mn-cs"/>
        </a:defRPr>
      </a:lvl4pPr>
      <a:lvl5pPr marL="15430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5pPr>
      <a:lvl6pPr marL="18859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6pPr>
      <a:lvl7pPr marL="22288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7pPr>
      <a:lvl8pPr marL="25717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baseline="0">
          <a:solidFill>
            <a:schemeClr val="tx1"/>
          </a:solidFill>
          <a:effectLst/>
          <a:latin typeface="+mn-lt"/>
          <a:ea typeface="+mn-ea"/>
          <a:cs typeface="+mn-cs"/>
        </a:defRPr>
      </a:lvl8pPr>
      <a:lvl9pPr marL="29146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64" name="Rectangle 63">
            <a:extLst>
              <a:ext uri="{FF2B5EF4-FFF2-40B4-BE49-F238E27FC236}">
                <a16:creationId xmlns:a16="http://schemas.microsoft.com/office/drawing/2014/main" id="{23522FE7-5A29-4EF6-B1EF-2CA55748A7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4607"/>
            <a:ext cx="9144000" cy="3079455"/>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65" name="Picture 64">
            <a:extLst>
              <a:ext uri="{FF2B5EF4-FFF2-40B4-BE49-F238E27FC236}">
                <a16:creationId xmlns:a16="http://schemas.microsoft.com/office/drawing/2014/main" id="{C2192E09-EBC7-416C-B887-DFF915D7F43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4594860"/>
            <a:ext cx="9144000" cy="557212"/>
          </a:xfrm>
          <a:prstGeom prst="rect">
            <a:avLst/>
          </a:prstGeom>
        </p:spPr>
      </p:pic>
      <p:cxnSp>
        <p:nvCxnSpPr>
          <p:cNvPr id="66" name="Straight Connector 65">
            <a:extLst>
              <a:ext uri="{FF2B5EF4-FFF2-40B4-BE49-F238E27FC236}">
                <a16:creationId xmlns:a16="http://schemas.microsoft.com/office/drawing/2014/main" id="{2924498D-E084-44BE-A196-CFCE355643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596309"/>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14C12901-9FCC-461E-A64A-89B4791235E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90422" y="1385316"/>
            <a:ext cx="7205641"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F878AF88-255B-A32D-7456-001F733741E0}"/>
              </a:ext>
            </a:extLst>
          </p:cNvPr>
          <p:cNvSpPr>
            <a:spLocks noGrp="1"/>
          </p:cNvSpPr>
          <p:nvPr>
            <p:ph type="ctrTitle"/>
          </p:nvPr>
        </p:nvSpPr>
        <p:spPr>
          <a:xfrm>
            <a:off x="1088684" y="603389"/>
            <a:ext cx="7202456" cy="786926"/>
          </a:xfrm>
        </p:spPr>
        <p:txBody>
          <a:bodyPr vert="horz" lIns="91440" tIns="45720" rIns="91440" bIns="45720" rtlCol="0" anchor="t">
            <a:normAutofit/>
          </a:bodyPr>
          <a:lstStyle/>
          <a:p>
            <a:pPr defTabSz="914400"/>
            <a:br>
              <a:rPr lang="en-US" sz="1500" b="0" i="0" kern="1200" cap="all" dirty="0">
                <a:solidFill>
                  <a:schemeClr val="tx1"/>
                </a:solidFill>
                <a:effectLst/>
                <a:latin typeface="+mj-lt"/>
                <a:ea typeface="+mj-ea"/>
                <a:cs typeface="+mj-cs"/>
              </a:rPr>
            </a:br>
            <a:r>
              <a:rPr lang="en-US" sz="2000" b="0" i="0" kern="1200" cap="all" dirty="0">
                <a:solidFill>
                  <a:schemeClr val="tx1"/>
                </a:solidFill>
                <a:effectLst/>
                <a:latin typeface="+mj-lt"/>
                <a:ea typeface="+mj-ea"/>
                <a:cs typeface="+mj-cs"/>
              </a:rPr>
              <a:t>Angular Frontend: Prayer Notebook Application</a:t>
            </a:r>
            <a:br>
              <a:rPr lang="en-US" sz="1500" b="0" i="0" kern="1200" cap="all" dirty="0">
                <a:solidFill>
                  <a:schemeClr val="tx1"/>
                </a:solidFill>
                <a:effectLst/>
                <a:latin typeface="+mj-lt"/>
                <a:ea typeface="+mj-ea"/>
                <a:cs typeface="+mj-cs"/>
              </a:rPr>
            </a:br>
            <a:endParaRPr lang="en-US" sz="1500" b="0" i="0" kern="1200" cap="all" dirty="0">
              <a:solidFill>
                <a:schemeClr val="tx1"/>
              </a:solidFill>
              <a:effectLst/>
              <a:latin typeface="+mj-lt"/>
              <a:ea typeface="+mj-ea"/>
              <a:cs typeface="+mj-cs"/>
            </a:endParaRPr>
          </a:p>
        </p:txBody>
      </p:sp>
      <p:sp>
        <p:nvSpPr>
          <p:cNvPr id="3" name="Subtitle 2">
            <a:extLst>
              <a:ext uri="{FF2B5EF4-FFF2-40B4-BE49-F238E27FC236}">
                <a16:creationId xmlns:a16="http://schemas.microsoft.com/office/drawing/2014/main" id="{B3D4ECDA-7134-6EF7-02AE-B095BFBC4EEE}"/>
              </a:ext>
            </a:extLst>
          </p:cNvPr>
          <p:cNvSpPr>
            <a:spLocks noGrp="1"/>
          </p:cNvSpPr>
          <p:nvPr>
            <p:ph type="subTitle" idx="1"/>
          </p:nvPr>
        </p:nvSpPr>
        <p:spPr>
          <a:xfrm>
            <a:off x="1088684" y="1511799"/>
            <a:ext cx="7202456" cy="2587959"/>
          </a:xfrm>
        </p:spPr>
        <p:txBody>
          <a:bodyPr vert="horz" lIns="91440" tIns="45720" rIns="91440" bIns="45720" rtlCol="0" anchor="t">
            <a:normAutofit/>
          </a:bodyPr>
          <a:lstStyle/>
          <a:p>
            <a:pPr indent="-228600" defTabSz="914400">
              <a:buFont typeface="Arial" panose="020B0604020202020204" pitchFamily="34" charset="0"/>
              <a:buChar char="•"/>
            </a:pPr>
            <a:r>
              <a:rPr lang="en-US" b="1" dirty="0"/>
              <a:t>Student: Seline Bowens  </a:t>
            </a:r>
          </a:p>
          <a:p>
            <a:pPr indent="-228600" defTabSz="914400">
              <a:buFont typeface="Arial" panose="020B0604020202020204" pitchFamily="34" charset="0"/>
              <a:buChar char="•"/>
            </a:pPr>
            <a:r>
              <a:rPr lang="en-US" b="1" dirty="0"/>
              <a:t> Course: CST-391      </a:t>
            </a:r>
          </a:p>
          <a:p>
            <a:pPr indent="-228600" defTabSz="914400">
              <a:buFont typeface="Arial" panose="020B0604020202020204" pitchFamily="34" charset="0"/>
              <a:buChar char="•"/>
            </a:pPr>
            <a:r>
              <a:rPr lang="en-US" b="1" dirty="0"/>
              <a:t>Date: February 22, 2026</a:t>
            </a:r>
          </a:p>
          <a:p>
            <a:pPr indent="-228600" defTabSz="914400">
              <a:buFont typeface="Arial" panose="020B0604020202020204" pitchFamily="34" charset="0"/>
              <a:buChar char="•"/>
            </a:pPr>
            <a:endParaRPr lang="en-US" dirty="0"/>
          </a:p>
          <a:p>
            <a:pPr indent="-228600" defTabSz="914400">
              <a:buFont typeface="Arial" panose="020B0604020202020204" pitchFamily="34" charset="0"/>
              <a:buChar char="•"/>
            </a:pPr>
            <a:endParaRPr lang="en-US" dirty="0"/>
          </a:p>
        </p:txBody>
      </p:sp>
    </p:spTree>
    <p:extLst>
      <p:ext uri="{BB962C8B-B14F-4D97-AF65-F5344CB8AC3E}">
        <p14:creationId xmlns:p14="http://schemas.microsoft.com/office/powerpoint/2010/main" val="92546773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9C51009-A09A-4689-8E6C-F8FC99E6A8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377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9AD9AA-A3FD-A625-8C9A-B50AD80DC12E}"/>
              </a:ext>
            </a:extLst>
          </p:cNvPr>
          <p:cNvSpPr>
            <a:spLocks noGrp="1"/>
          </p:cNvSpPr>
          <p:nvPr>
            <p:ph type="title"/>
          </p:nvPr>
        </p:nvSpPr>
        <p:spPr>
          <a:xfrm>
            <a:off x="633357" y="1200149"/>
            <a:ext cx="2654449" cy="3223260"/>
          </a:xfrm>
        </p:spPr>
        <p:txBody>
          <a:bodyPr anchor="ctr">
            <a:normAutofit/>
          </a:bodyPr>
          <a:lstStyle/>
          <a:p>
            <a:r>
              <a:rPr lang="en-US" dirty="0"/>
              <a:t>Technology Stack</a:t>
            </a:r>
          </a:p>
        </p:txBody>
      </p:sp>
      <p:cxnSp>
        <p:nvCxnSpPr>
          <p:cNvPr id="10" name="Straight Connector 9">
            <a:extLst>
              <a:ext uri="{FF2B5EF4-FFF2-40B4-BE49-F238E27FC236}">
                <a16:creationId xmlns:a16="http://schemas.microsoft.com/office/drawing/2014/main" id="{9EC65442-F244-409C-BF44-C5D6472E810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1611629"/>
            <a:ext cx="0" cy="2400300"/>
          </a:xfrm>
          <a:prstGeom prst="line">
            <a:avLst/>
          </a:prstGeom>
          <a:ln w="3175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F57B4B6-46BE-708A-1A1E-5ACE7D545811}"/>
              </a:ext>
            </a:extLst>
          </p:cNvPr>
          <p:cNvSpPr>
            <a:spLocks noGrp="1"/>
          </p:cNvSpPr>
          <p:nvPr>
            <p:ph idx="1"/>
          </p:nvPr>
        </p:nvSpPr>
        <p:spPr>
          <a:xfrm>
            <a:off x="3693638" y="1200149"/>
            <a:ext cx="4597502" cy="3223260"/>
          </a:xfrm>
        </p:spPr>
        <p:txBody>
          <a:bodyPr anchor="ctr">
            <a:normAutofit/>
          </a:bodyPr>
          <a:lstStyle/>
          <a:p>
            <a:pPr marL="285750" indent="-285750"/>
            <a:r>
              <a:rPr lang="en-US">
                <a:latin typeface="Calibri" pitchFamily="34" charset="0"/>
                <a:ea typeface="Calibri" pitchFamily="34" charset="-122"/>
                <a:cs typeface="Calibri" pitchFamily="34" charset="-120"/>
              </a:rPr>
              <a:t>Angular 21 - Frontend framework</a:t>
            </a:r>
          </a:p>
          <a:p>
            <a:pPr marL="285750" indent="-285750"/>
            <a:r>
              <a:rPr lang="en-US">
                <a:latin typeface="Calibri" pitchFamily="34" charset="0"/>
                <a:ea typeface="Calibri" pitchFamily="34" charset="-122"/>
                <a:cs typeface="Calibri" pitchFamily="34" charset="-120"/>
              </a:rPr>
              <a:t>TypeScript - Programming language</a:t>
            </a:r>
          </a:p>
          <a:p>
            <a:pPr marL="285750" indent="-285750"/>
            <a:r>
              <a:rPr lang="en-US">
                <a:latin typeface="Calibri" pitchFamily="34" charset="0"/>
                <a:ea typeface="Calibri" pitchFamily="34" charset="-122"/>
                <a:cs typeface="Calibri" pitchFamily="34" charset="-120"/>
              </a:rPr>
              <a:t>Bootstrap – Styling and navbar</a:t>
            </a:r>
          </a:p>
          <a:p>
            <a:pPr marL="285750" indent="-285750"/>
            <a:r>
              <a:rPr lang="en-US">
                <a:latin typeface="Calibri" pitchFamily="34" charset="0"/>
                <a:ea typeface="Calibri" pitchFamily="34" charset="-122"/>
                <a:cs typeface="Calibri" pitchFamily="34" charset="-120"/>
              </a:rPr>
              <a:t>Angular </a:t>
            </a:r>
            <a:r>
              <a:rPr lang="en-US" err="1">
                <a:latin typeface="Calibri" pitchFamily="34" charset="0"/>
                <a:ea typeface="Calibri" pitchFamily="34" charset="-122"/>
                <a:cs typeface="Calibri" pitchFamily="34" charset="-120"/>
              </a:rPr>
              <a:t>HttpClient</a:t>
            </a:r>
            <a:r>
              <a:rPr lang="en-US">
                <a:latin typeface="Calibri" pitchFamily="34" charset="0"/>
                <a:ea typeface="Calibri" pitchFamily="34" charset="-122"/>
                <a:cs typeface="Calibri" pitchFamily="34" charset="-120"/>
              </a:rPr>
              <a:t> – Calls the backend API</a:t>
            </a:r>
          </a:p>
          <a:p>
            <a:pPr marL="285750" indent="-285750"/>
            <a:r>
              <a:rPr lang="en-US">
                <a:latin typeface="Calibri" pitchFamily="34" charset="0"/>
                <a:ea typeface="Calibri" pitchFamily="34" charset="-122"/>
                <a:cs typeface="Calibri" pitchFamily="34" charset="-120"/>
              </a:rPr>
              <a:t>Angular Router – Navigation between pages</a:t>
            </a:r>
          </a:p>
          <a:p>
            <a:pPr marL="285750" indent="-285750"/>
            <a:r>
              <a:rPr lang="en-US">
                <a:latin typeface="Calibri" pitchFamily="34" charset="0"/>
                <a:ea typeface="Calibri" pitchFamily="34" charset="-122"/>
                <a:cs typeface="Calibri" pitchFamily="34" charset="-120"/>
              </a:rPr>
              <a:t>Node.js/Express – Milestone 3 backend API</a:t>
            </a:r>
          </a:p>
          <a:p>
            <a:pPr marL="285750" indent="-285750"/>
            <a:r>
              <a:rPr lang="en-US">
                <a:latin typeface="Calibri" pitchFamily="34" charset="0"/>
                <a:ea typeface="Calibri" pitchFamily="34" charset="-122"/>
                <a:cs typeface="Calibri" pitchFamily="34" charset="-120"/>
              </a:rPr>
              <a:t>MySQL - Database</a:t>
            </a:r>
          </a:p>
          <a:p>
            <a:endParaRPr lang="en-US" dirty="0"/>
          </a:p>
        </p:txBody>
      </p:sp>
    </p:spTree>
    <p:extLst>
      <p:ext uri="{BB962C8B-B14F-4D97-AF65-F5344CB8AC3E}">
        <p14:creationId xmlns:p14="http://schemas.microsoft.com/office/powerpoint/2010/main" val="39750767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1F0F9-48E1-6573-2900-674E9B569516}"/>
              </a:ext>
            </a:extLst>
          </p:cNvPr>
          <p:cNvSpPr>
            <a:spLocks noGrp="1"/>
          </p:cNvSpPr>
          <p:nvPr>
            <p:ph type="title"/>
          </p:nvPr>
        </p:nvSpPr>
        <p:spPr>
          <a:xfrm>
            <a:off x="685800" y="658515"/>
            <a:ext cx="7886700" cy="721501"/>
          </a:xfrm>
        </p:spPr>
        <p:txBody>
          <a:bodyPr>
            <a:normAutofit fontScale="90000"/>
          </a:bodyPr>
          <a:lstStyle/>
          <a:p>
            <a:r>
              <a:rPr lang="en-US" dirty="0"/>
              <a:t>Project Overview</a:t>
            </a:r>
            <a:br>
              <a:rPr lang="en-US" dirty="0"/>
            </a:br>
            <a:endParaRPr lang="en-US" dirty="0"/>
          </a:p>
        </p:txBody>
      </p:sp>
      <p:sp>
        <p:nvSpPr>
          <p:cNvPr id="3" name="Content Placeholder 2">
            <a:extLst>
              <a:ext uri="{FF2B5EF4-FFF2-40B4-BE49-F238E27FC236}">
                <a16:creationId xmlns:a16="http://schemas.microsoft.com/office/drawing/2014/main" id="{6C3B50D3-ED18-5D63-C584-AE2100E3DFFA}"/>
              </a:ext>
            </a:extLst>
          </p:cNvPr>
          <p:cNvSpPr>
            <a:spLocks noGrp="1"/>
          </p:cNvSpPr>
          <p:nvPr>
            <p:ph sz="half" idx="1"/>
          </p:nvPr>
        </p:nvSpPr>
        <p:spPr>
          <a:xfrm>
            <a:off x="628650" y="1369219"/>
            <a:ext cx="7600950" cy="2889630"/>
          </a:xfrm>
        </p:spPr>
        <p:txBody>
          <a:bodyPr>
            <a:normAutofit/>
          </a:bodyPr>
          <a:lstStyle/>
          <a:p>
            <a:r>
              <a:rPr lang="en-US" sz="2300" dirty="0">
                <a:solidFill>
                  <a:srgbClr val="333333"/>
                </a:solidFill>
                <a:latin typeface="Calibri" pitchFamily="34" charset="0"/>
                <a:ea typeface="Calibri" pitchFamily="34" charset="-122"/>
                <a:cs typeface="Calibri" pitchFamily="34" charset="-120"/>
              </a:rPr>
              <a:t>Milestone 4 is about building the visual side of the Prayer Notebook.. </a:t>
            </a:r>
            <a:endParaRPr lang="en-US" sz="2300" dirty="0"/>
          </a:p>
          <a:p>
            <a:r>
              <a:rPr lang="en-US" sz="2300" dirty="0">
                <a:solidFill>
                  <a:srgbClr val="333333"/>
                </a:solidFill>
                <a:latin typeface="Calibri" pitchFamily="34" charset="0"/>
                <a:ea typeface="Calibri" pitchFamily="34" charset="-122"/>
                <a:cs typeface="Calibri" pitchFamily="34" charset="-120"/>
              </a:rPr>
              <a:t>While Milestone 3 built the backend that stores prayer data, Milestone 4 builds the Angular frontend that connects to it. </a:t>
            </a:r>
            <a:endParaRPr lang="en-US" sz="2300" dirty="0"/>
          </a:p>
          <a:p>
            <a:r>
              <a:rPr lang="en-US" sz="2300" dirty="0">
                <a:solidFill>
                  <a:srgbClr val="333333"/>
                </a:solidFill>
                <a:latin typeface="Calibri" pitchFamily="34" charset="0"/>
                <a:ea typeface="Calibri" pitchFamily="34" charset="-122"/>
                <a:cs typeface="Calibri" pitchFamily="34" charset="-120"/>
              </a:rPr>
              <a:t>Users can now Create, Read, Update, and Delete prayers directly from their browser.</a:t>
            </a:r>
            <a:endParaRPr lang="en-US" sz="2300" dirty="0"/>
          </a:p>
          <a:p>
            <a:endParaRPr lang="en-US" dirty="0"/>
          </a:p>
        </p:txBody>
      </p:sp>
      <p:sp>
        <p:nvSpPr>
          <p:cNvPr id="4" name="Content Placeholder 3">
            <a:extLst>
              <a:ext uri="{FF2B5EF4-FFF2-40B4-BE49-F238E27FC236}">
                <a16:creationId xmlns:a16="http://schemas.microsoft.com/office/drawing/2014/main" id="{C7308D92-4A13-EF0A-6B05-E4D6278BACF5}"/>
              </a:ext>
            </a:extLst>
          </p:cNvPr>
          <p:cNvSpPr>
            <a:spLocks noGrp="1"/>
          </p:cNvSpPr>
          <p:nvPr>
            <p:ph sz="half" idx="2"/>
          </p:nvPr>
        </p:nvSpPr>
        <p:spPr/>
        <p:txBody>
          <a:bodyPr>
            <a:normAutofit/>
          </a:bodyPr>
          <a:lstStyle/>
          <a:p>
            <a:endParaRPr lang="en-US" sz="2300" dirty="0">
              <a:latin typeface="Calibri" panose="020F0502020204030204" pitchFamily="34" charset="0"/>
              <a:ea typeface="Calibri" panose="020F0502020204030204" pitchFamily="34" charset="0"/>
              <a:cs typeface="Calibri" panose="020F0502020204030204" pitchFamily="34" charset="0"/>
            </a:endParaRPr>
          </a:p>
          <a:p>
            <a:endParaRPr lang="en-US" sz="2300" dirty="0">
              <a:latin typeface="Calibri" panose="020F0502020204030204" pitchFamily="34" charset="0"/>
              <a:ea typeface="Calibri" panose="020F0502020204030204" pitchFamily="34" charset="0"/>
              <a:cs typeface="Calibri" panose="020F0502020204030204" pitchFamily="34" charset="0"/>
            </a:endParaRPr>
          </a:p>
          <a:p>
            <a:endParaRPr lang="en-US" dirty="0"/>
          </a:p>
        </p:txBody>
      </p:sp>
    </p:spTree>
    <p:extLst>
      <p:ext uri="{BB962C8B-B14F-4D97-AF65-F5344CB8AC3E}">
        <p14:creationId xmlns:p14="http://schemas.microsoft.com/office/powerpoint/2010/main" val="3038180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C2A1F-70BA-CE16-B070-630885612BD3}"/>
              </a:ext>
            </a:extLst>
          </p:cNvPr>
          <p:cNvSpPr>
            <a:spLocks noGrp="1"/>
          </p:cNvSpPr>
          <p:nvPr>
            <p:ph type="title"/>
          </p:nvPr>
        </p:nvSpPr>
        <p:spPr>
          <a:xfrm>
            <a:off x="1208215" y="397239"/>
            <a:ext cx="7204226" cy="794479"/>
          </a:xfrm>
        </p:spPr>
        <p:txBody>
          <a:bodyPr>
            <a:normAutofit fontScale="90000"/>
          </a:bodyPr>
          <a:lstStyle/>
          <a:p>
            <a:r>
              <a:rPr lang="en-US" sz="3600" dirty="0"/>
              <a:t>Application Features- CRUD Operations and Effects</a:t>
            </a:r>
            <a:br>
              <a:rPr lang="en-US" dirty="0"/>
            </a:br>
            <a:endParaRPr lang="en-US" dirty="0"/>
          </a:p>
        </p:txBody>
      </p:sp>
      <p:sp>
        <p:nvSpPr>
          <p:cNvPr id="3" name="Content Placeholder 2">
            <a:extLst>
              <a:ext uri="{FF2B5EF4-FFF2-40B4-BE49-F238E27FC236}">
                <a16:creationId xmlns:a16="http://schemas.microsoft.com/office/drawing/2014/main" id="{E674D64A-770B-3884-91C9-15C0BFB09FC5}"/>
              </a:ext>
            </a:extLst>
          </p:cNvPr>
          <p:cNvSpPr>
            <a:spLocks noGrp="1"/>
          </p:cNvSpPr>
          <p:nvPr>
            <p:ph sz="half" idx="1"/>
          </p:nvPr>
        </p:nvSpPr>
        <p:spPr/>
        <p:txBody>
          <a:bodyPr>
            <a:normAutofit fontScale="77500" lnSpcReduction="20000"/>
          </a:bodyPr>
          <a:lstStyle/>
          <a:p>
            <a:r>
              <a:rPr lang="en-US" sz="1600" b="1" dirty="0"/>
              <a:t>Create</a:t>
            </a:r>
          </a:p>
          <a:p>
            <a:r>
              <a:rPr lang="en-US" sz="1600" dirty="0"/>
              <a:t>Click 'Add Prayer' in the navbar, fill in the title, category, description, and notes, then click Create Prayer. The prayer is saved to the database and you are taken back to the list.</a:t>
            </a:r>
          </a:p>
          <a:p>
            <a:r>
              <a:rPr lang="en-US" sz="1600" b="1" dirty="0"/>
              <a:t>Read</a:t>
            </a:r>
          </a:p>
          <a:p>
            <a:r>
              <a:rPr lang="en-US" sz="1600" dirty="0"/>
              <a:t>The All Prayers page loads all prayers from the database and shows them in a table with their title, description, category, status, and date. Answered Prayers shows only answered ones.</a:t>
            </a:r>
          </a:p>
          <a:p>
            <a:endParaRPr lang="en-US" dirty="0"/>
          </a:p>
        </p:txBody>
      </p:sp>
      <p:sp>
        <p:nvSpPr>
          <p:cNvPr id="4" name="Content Placeholder 3">
            <a:extLst>
              <a:ext uri="{FF2B5EF4-FFF2-40B4-BE49-F238E27FC236}">
                <a16:creationId xmlns:a16="http://schemas.microsoft.com/office/drawing/2014/main" id="{684089D6-5019-357A-23CB-97E99203B3F8}"/>
              </a:ext>
            </a:extLst>
          </p:cNvPr>
          <p:cNvSpPr>
            <a:spLocks noGrp="1"/>
          </p:cNvSpPr>
          <p:nvPr>
            <p:ph sz="half" idx="2"/>
          </p:nvPr>
        </p:nvSpPr>
        <p:spPr/>
        <p:txBody>
          <a:bodyPr>
            <a:normAutofit fontScale="77500" lnSpcReduction="20000"/>
          </a:bodyPr>
          <a:lstStyle/>
          <a:p>
            <a:r>
              <a:rPr lang="en-US" sz="1600" b="1" dirty="0"/>
              <a:t>Update</a:t>
            </a:r>
          </a:p>
          <a:p>
            <a:r>
              <a:rPr lang="en-US" sz="1600" dirty="0"/>
              <a:t>Click the Edit button on any prayer. The form loads with the existing data pre-filled. Make your changes and click Update Prayer. The changes are saved and you return to All Prayers page.</a:t>
            </a:r>
          </a:p>
          <a:p>
            <a:r>
              <a:rPr lang="en-US" sz="1600" b="1" dirty="0"/>
              <a:t>Delete</a:t>
            </a:r>
          </a:p>
          <a:p>
            <a:r>
              <a:rPr lang="en-US" sz="1600" dirty="0"/>
              <a:t>Click the Delete button on any prayer row. The prayer is removed from the database immediately and the list refreshes to show the updated data</a:t>
            </a:r>
          </a:p>
        </p:txBody>
      </p:sp>
    </p:spTree>
    <p:extLst>
      <p:ext uri="{BB962C8B-B14F-4D97-AF65-F5344CB8AC3E}">
        <p14:creationId xmlns:p14="http://schemas.microsoft.com/office/powerpoint/2010/main" val="28869612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F63C748C-967B-4A7B-A90F-3EDD0F485A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7" y="0"/>
            <a:ext cx="914377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C0143637-4934-44E4-B909-BAF1E7B279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3046595" cy="51435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5BA764-8942-042B-C764-0AC288FD6FDC}"/>
              </a:ext>
            </a:extLst>
          </p:cNvPr>
          <p:cNvSpPr>
            <a:spLocks noGrp="1"/>
          </p:cNvSpPr>
          <p:nvPr>
            <p:ph type="title"/>
          </p:nvPr>
        </p:nvSpPr>
        <p:spPr>
          <a:xfrm>
            <a:off x="637262" y="930057"/>
            <a:ext cx="2045860" cy="3438395"/>
          </a:xfrm>
        </p:spPr>
        <p:txBody>
          <a:bodyPr>
            <a:normAutofit/>
          </a:bodyPr>
          <a:lstStyle/>
          <a:p>
            <a:br>
              <a:rPr lang="en-US" sz="2000">
                <a:solidFill>
                  <a:srgbClr val="FFFFFF"/>
                </a:solidFill>
              </a:rPr>
            </a:br>
            <a:r>
              <a:rPr lang="en-US" sz="2000">
                <a:solidFill>
                  <a:srgbClr val="FFFFFF"/>
                </a:solidFill>
              </a:rPr>
              <a:t>Challenges Encountered</a:t>
            </a:r>
            <a:br>
              <a:rPr lang="en-US" sz="2000">
                <a:solidFill>
                  <a:srgbClr val="FFFFFF"/>
                </a:solidFill>
              </a:rPr>
            </a:br>
            <a:endParaRPr lang="en-US" sz="2000">
              <a:solidFill>
                <a:srgbClr val="FFFFFF"/>
              </a:solidFill>
            </a:endParaRPr>
          </a:p>
        </p:txBody>
      </p:sp>
      <p:sp>
        <p:nvSpPr>
          <p:cNvPr id="45" name="Content Placeholder 2">
            <a:extLst>
              <a:ext uri="{FF2B5EF4-FFF2-40B4-BE49-F238E27FC236}">
                <a16:creationId xmlns:a16="http://schemas.microsoft.com/office/drawing/2014/main" id="{7FE91A1A-ACBF-87C2-C9A4-07903F6E0D82}"/>
              </a:ext>
            </a:extLst>
          </p:cNvPr>
          <p:cNvSpPr>
            <a:spLocks noGrp="1"/>
          </p:cNvSpPr>
          <p:nvPr>
            <p:ph idx="1"/>
          </p:nvPr>
        </p:nvSpPr>
        <p:spPr>
          <a:xfrm>
            <a:off x="3529194" y="114300"/>
            <a:ext cx="4977543" cy="4787899"/>
          </a:xfrm>
        </p:spPr>
        <p:txBody>
          <a:bodyPr anchor="t">
            <a:normAutofit/>
          </a:bodyPr>
          <a:lstStyle/>
          <a:p>
            <a:pPr>
              <a:lnSpc>
                <a:spcPct val="110000"/>
              </a:lnSpc>
            </a:pPr>
            <a:r>
              <a:rPr lang="en-US" sz="1400" dirty="0"/>
              <a:t>The edit page showed a spinner that never went away. The API was returning data successfully (status 200), but Angular was not detecting the change. Fixed by injecting </a:t>
            </a:r>
            <a:r>
              <a:rPr lang="en-US" sz="1400" dirty="0" err="1"/>
              <a:t>ChangeDetectorRef</a:t>
            </a:r>
            <a:r>
              <a:rPr lang="en-US" sz="1400" dirty="0"/>
              <a:t> and calling </a:t>
            </a:r>
            <a:r>
              <a:rPr lang="en-US" sz="1400" dirty="0" err="1"/>
              <a:t>detectChanges</a:t>
            </a:r>
            <a:r>
              <a:rPr lang="en-US" sz="1400" dirty="0"/>
              <a:t>() after the API response</a:t>
            </a:r>
          </a:p>
          <a:p>
            <a:pPr>
              <a:lnSpc>
                <a:spcPct val="110000"/>
              </a:lnSpc>
            </a:pPr>
            <a:r>
              <a:rPr lang="en-US" sz="1400" dirty="0"/>
              <a:t>The browser was caching the GET request for a single prayer and returning a 304 (Not Modified) response instead of fresh data. This meant </a:t>
            </a:r>
            <a:r>
              <a:rPr lang="en-US" sz="1400" dirty="0" err="1"/>
              <a:t>Angular's</a:t>
            </a:r>
            <a:r>
              <a:rPr lang="en-US" sz="1400" dirty="0"/>
              <a:t> HTTP callbacks never fired. Fixed by adding a timestamp (?t=</a:t>
            </a:r>
            <a:r>
              <a:rPr lang="en-US" sz="1400" dirty="0" err="1"/>
              <a:t>Date.now</a:t>
            </a:r>
            <a:r>
              <a:rPr lang="en-US" sz="1400" dirty="0"/>
              <a:t>()) to the request URL to force a fresh call</a:t>
            </a:r>
          </a:p>
          <a:p>
            <a:pPr>
              <a:lnSpc>
                <a:spcPct val="110000"/>
              </a:lnSpc>
            </a:pPr>
            <a:r>
              <a:rPr lang="en-US" sz="1400" dirty="0"/>
              <a:t>When the Angular app was opened without first starting the Milestone 3 Express server on port 5000, no API requests appeared in the Network tab at all. The app needs both servers running at the same time, one for the frontend (port 4200) and one for the backend (port 5000).</a:t>
            </a:r>
          </a:p>
          <a:p>
            <a:pPr>
              <a:lnSpc>
                <a:spcPct val="110000"/>
              </a:lnSpc>
            </a:pPr>
            <a:r>
              <a:rPr lang="en-US" sz="1400" dirty="0"/>
              <a:t>The category dropdown was not binding the selected value correctly because the option values were strings but the Prayer model expected a number. Fixed by using [</a:t>
            </a:r>
            <a:r>
              <a:rPr lang="en-US" sz="1400" dirty="0" err="1"/>
              <a:t>ngValue</a:t>
            </a:r>
            <a:r>
              <a:rPr lang="en-US" sz="1400" dirty="0"/>
              <a:t>] instead of [value] in the select element to preserve the correct data type.</a:t>
            </a:r>
          </a:p>
          <a:p>
            <a:pPr>
              <a:lnSpc>
                <a:spcPct val="110000"/>
              </a:lnSpc>
            </a:pPr>
            <a:endParaRPr lang="en-US" sz="1100" dirty="0"/>
          </a:p>
          <a:p>
            <a:pPr>
              <a:lnSpc>
                <a:spcPct val="110000"/>
              </a:lnSpc>
            </a:pPr>
            <a:endParaRPr lang="en-US" sz="1100" dirty="0"/>
          </a:p>
          <a:p>
            <a:pPr>
              <a:lnSpc>
                <a:spcPct val="110000"/>
              </a:lnSpc>
            </a:pPr>
            <a:endParaRPr lang="en-US" sz="1100" dirty="0"/>
          </a:p>
        </p:txBody>
      </p:sp>
    </p:spTree>
    <p:extLst>
      <p:ext uri="{BB962C8B-B14F-4D97-AF65-F5344CB8AC3E}">
        <p14:creationId xmlns:p14="http://schemas.microsoft.com/office/powerpoint/2010/main" val="40093925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F63C748C-967B-4A7B-A90F-3EDD0F485A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7" y="0"/>
            <a:ext cx="914377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C0143637-4934-44E4-B909-BAF1E7B279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3046595" cy="51435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4FCC98-C114-36B6-9714-00F738293EB9}"/>
              </a:ext>
            </a:extLst>
          </p:cNvPr>
          <p:cNvSpPr>
            <a:spLocks noGrp="1"/>
          </p:cNvSpPr>
          <p:nvPr>
            <p:ph type="title"/>
          </p:nvPr>
        </p:nvSpPr>
        <p:spPr>
          <a:xfrm>
            <a:off x="637262" y="930057"/>
            <a:ext cx="2045860" cy="3438395"/>
          </a:xfrm>
        </p:spPr>
        <p:txBody>
          <a:bodyPr>
            <a:normAutofit/>
          </a:bodyPr>
          <a:lstStyle/>
          <a:p>
            <a:br>
              <a:rPr lang="en-US">
                <a:solidFill>
                  <a:srgbClr val="FFFFFF"/>
                </a:solidFill>
              </a:rPr>
            </a:br>
            <a:r>
              <a:rPr lang="en-US">
                <a:solidFill>
                  <a:srgbClr val="FFFFFF"/>
                </a:solidFill>
              </a:rPr>
              <a:t>Pending Bugs &amp; Known Issues</a:t>
            </a:r>
            <a:br>
              <a:rPr lang="en-US">
                <a:solidFill>
                  <a:srgbClr val="FFFFFF"/>
                </a:solidFill>
              </a:rPr>
            </a:br>
            <a:endParaRPr lang="en-US">
              <a:solidFill>
                <a:srgbClr val="FFFFFF"/>
              </a:solidFill>
            </a:endParaRPr>
          </a:p>
        </p:txBody>
      </p:sp>
      <p:sp>
        <p:nvSpPr>
          <p:cNvPr id="32" name="Content Placeholder 2">
            <a:extLst>
              <a:ext uri="{FF2B5EF4-FFF2-40B4-BE49-F238E27FC236}">
                <a16:creationId xmlns:a16="http://schemas.microsoft.com/office/drawing/2014/main" id="{9F342CB2-5AD0-A15E-3595-C1A8CBD5751E}"/>
              </a:ext>
            </a:extLst>
          </p:cNvPr>
          <p:cNvSpPr>
            <a:spLocks noGrp="1"/>
          </p:cNvSpPr>
          <p:nvPr>
            <p:ph idx="1"/>
          </p:nvPr>
        </p:nvSpPr>
        <p:spPr>
          <a:xfrm>
            <a:off x="3529194" y="177801"/>
            <a:ext cx="5195705" cy="4439606"/>
          </a:xfrm>
        </p:spPr>
        <p:txBody>
          <a:bodyPr anchor="t">
            <a:normAutofit lnSpcReduction="10000"/>
          </a:bodyPr>
          <a:lstStyle/>
          <a:p>
            <a:pPr>
              <a:lnSpc>
                <a:spcPct val="110000"/>
              </a:lnSpc>
            </a:pPr>
            <a:r>
              <a:rPr lang="en-US" sz="1800" dirty="0"/>
              <a:t>The prayer list table shows 'Category 1', 'Category 2', 'Category 3' instead of the real names like Family, Health, Work. This is because the category name is not being fetched from the API — only the ID is stored in the prayer data</a:t>
            </a:r>
          </a:p>
          <a:p>
            <a:pPr>
              <a:lnSpc>
                <a:spcPct val="110000"/>
              </a:lnSpc>
            </a:pPr>
            <a:r>
              <a:rPr lang="en-US" sz="1800" dirty="0"/>
              <a:t>The dropdown in the prayer form has Family, Health, and Work hardcoded directly in the HTML. It should instead load the categories dynamically from the /</a:t>
            </a:r>
            <a:r>
              <a:rPr lang="en-US" sz="1800" dirty="0" err="1"/>
              <a:t>api</a:t>
            </a:r>
            <a:r>
              <a:rPr lang="en-US" sz="1800" dirty="0"/>
              <a:t>/categories endpoint so new categories are automatically available.</a:t>
            </a:r>
          </a:p>
          <a:p>
            <a:pPr>
              <a:lnSpc>
                <a:spcPct val="110000"/>
              </a:lnSpc>
            </a:pPr>
            <a:r>
              <a:rPr lang="en-US" sz="1800" dirty="0"/>
              <a:t>The </a:t>
            </a:r>
            <a:r>
              <a:rPr lang="en-US" sz="1800" dirty="0" err="1"/>
              <a:t>userId</a:t>
            </a:r>
            <a:r>
              <a:rPr lang="en-US" sz="1800" dirty="0"/>
              <a:t> is hardcoded as 1 in the </a:t>
            </a:r>
            <a:r>
              <a:rPr lang="en-US" sz="1800" dirty="0" err="1"/>
              <a:t>PrayerService</a:t>
            </a:r>
            <a:r>
              <a:rPr lang="en-US" sz="1800" dirty="0"/>
              <a:t>. This means the app only works for one user. A login page and JWT authentication need to be added.</a:t>
            </a:r>
          </a:p>
          <a:p>
            <a:pPr>
              <a:lnSpc>
                <a:spcPct val="110000"/>
              </a:lnSpc>
            </a:pPr>
            <a:r>
              <a:rPr lang="en-US" sz="1800" dirty="0"/>
              <a:t>Search functionality also not yet implemented.</a:t>
            </a:r>
          </a:p>
          <a:p>
            <a:pPr>
              <a:lnSpc>
                <a:spcPct val="110000"/>
              </a:lnSpc>
            </a:pPr>
            <a:endParaRPr lang="en-US" sz="1800" dirty="0"/>
          </a:p>
          <a:p>
            <a:pPr>
              <a:lnSpc>
                <a:spcPct val="110000"/>
              </a:lnSpc>
            </a:pPr>
            <a:endParaRPr lang="en-US" sz="1400" dirty="0"/>
          </a:p>
          <a:p>
            <a:pPr>
              <a:lnSpc>
                <a:spcPct val="110000"/>
              </a:lnSpc>
            </a:pPr>
            <a:endParaRPr lang="en-US" sz="1400" dirty="0"/>
          </a:p>
          <a:p>
            <a:pPr>
              <a:lnSpc>
                <a:spcPct val="110000"/>
              </a:lnSpc>
            </a:pPr>
            <a:endParaRPr lang="en-US" sz="1400" dirty="0"/>
          </a:p>
        </p:txBody>
      </p:sp>
    </p:spTree>
    <p:extLst>
      <p:ext uri="{BB962C8B-B14F-4D97-AF65-F5344CB8AC3E}">
        <p14:creationId xmlns:p14="http://schemas.microsoft.com/office/powerpoint/2010/main" val="42826414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B3EDF-4758-06BC-2431-61FBB89A3BE8}"/>
              </a:ext>
            </a:extLst>
          </p:cNvPr>
          <p:cNvSpPr>
            <a:spLocks noGrp="1"/>
          </p:cNvSpPr>
          <p:nvPr>
            <p:ph type="title"/>
          </p:nvPr>
        </p:nvSpPr>
        <p:spPr/>
        <p:txBody>
          <a:bodyPr>
            <a:normAutofit/>
          </a:bodyPr>
          <a:lstStyle/>
          <a:p>
            <a:r>
              <a:rPr lang="en-US" dirty="0"/>
              <a:t>Lessons Learned</a:t>
            </a:r>
            <a:br>
              <a:rPr lang="en-US" dirty="0"/>
            </a:br>
            <a:endParaRPr lang="en-US" dirty="0"/>
          </a:p>
        </p:txBody>
      </p:sp>
      <p:graphicFrame>
        <p:nvGraphicFramePr>
          <p:cNvPr id="5" name="Content Placeholder 2">
            <a:extLst>
              <a:ext uri="{FF2B5EF4-FFF2-40B4-BE49-F238E27FC236}">
                <a16:creationId xmlns:a16="http://schemas.microsoft.com/office/drawing/2014/main" id="{B08E7D14-9663-BCB9-29BE-2DD05A61989F}"/>
              </a:ext>
            </a:extLst>
          </p:cNvPr>
          <p:cNvGraphicFramePr>
            <a:graphicFrameLocks noGrp="1"/>
          </p:cNvGraphicFramePr>
          <p:nvPr>
            <p:ph sz="half" idx="1"/>
            <p:extLst>
              <p:ext uri="{D42A27DB-BD31-4B8C-83A1-F6EECF244321}">
                <p14:modId xmlns:p14="http://schemas.microsoft.com/office/powerpoint/2010/main" val="3510257521"/>
              </p:ext>
            </p:extLst>
          </p:nvPr>
        </p:nvGraphicFramePr>
        <p:xfrm>
          <a:off x="628650" y="1369219"/>
          <a:ext cx="5607050" cy="3263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81999954"/>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Gallery</Template>
  <TotalTime>94</TotalTime>
  <Words>732</Words>
  <Application>Microsoft Office PowerPoint</Application>
  <PresentationFormat>On-screen Show (16:9)</PresentationFormat>
  <Paragraphs>43</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Gill Sans MT</vt:lpstr>
      <vt:lpstr>Gallery</vt:lpstr>
      <vt:lpstr> Angular Frontend: Prayer Notebook Application </vt:lpstr>
      <vt:lpstr>Technology Stack</vt:lpstr>
      <vt:lpstr>Project Overview </vt:lpstr>
      <vt:lpstr>Application Features- CRUD Operations and Effects </vt:lpstr>
      <vt:lpstr> Challenges Encountered </vt:lpstr>
      <vt:lpstr> Pending Bugs &amp; Known Issues </vt:lpstr>
      <vt:lpstr>Lessons Learned </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CST-391 Milestone 4 - Angular Frontend</dc:title>
  <dc:subject>PptxGenJS Presentation</dc:subject>
  <dc:creator>Night O.</dc:creator>
  <cp:lastModifiedBy>SELINE BOWENS</cp:lastModifiedBy>
  <cp:revision>1</cp:revision>
  <dcterms:created xsi:type="dcterms:W3CDTF">2026-02-23T04:58:23Z</dcterms:created>
  <dcterms:modified xsi:type="dcterms:W3CDTF">2026-02-23T13:26:05Z</dcterms:modified>
</cp:coreProperties>
</file>