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94361-B747-43DF-9C4B-52C2680A934E}" v="49" dt="2026-03-15T07:31:07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1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LINE BOWENS" userId="a2d93fef35549dd9" providerId="LiveId" clId="{90DB2DF4-022A-42B8-9068-DBD65068BF46}"/>
    <pc:docChg chg="undo redo custSel addSld delSld modSld">
      <pc:chgData name="SELINE BOWENS" userId="a2d93fef35549dd9" providerId="LiveId" clId="{90DB2DF4-022A-42B8-9068-DBD65068BF46}" dt="2026-03-15T07:34:16.500" v="920" actId="14100"/>
      <pc:docMkLst>
        <pc:docMk/>
      </pc:docMkLst>
      <pc:sldChg chg="addSp delSp modSp mod">
        <pc:chgData name="SELINE BOWENS" userId="a2d93fef35549dd9" providerId="LiveId" clId="{90DB2DF4-022A-42B8-9068-DBD65068BF46}" dt="2026-03-15T07:14:49.381" v="852" actId="478"/>
        <pc:sldMkLst>
          <pc:docMk/>
          <pc:sldMk cId="0" sldId="256"/>
        </pc:sldMkLst>
        <pc:spChg chg="del">
          <ac:chgData name="SELINE BOWENS" userId="a2d93fef35549dd9" providerId="LiveId" clId="{90DB2DF4-022A-42B8-9068-DBD65068BF46}" dt="2026-03-15T07:14:46.247" v="851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28:23.014" v="6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28:59.831" v="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29:46.849" v="74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5:54.894" v="502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15:59.990" v="504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05.727" v="505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44.693" v="518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48.918" v="51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53.235" v="520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55.715" v="521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6:59.357" v="522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7:03.979" v="523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7:06.434" v="524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7:09.843" v="525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7:13.332" v="526" actId="478"/>
          <ac:spMkLst>
            <pc:docMk/>
            <pc:sldMk cId="0" sldId="256"/>
            <ac:spMk id="20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7:14:49.381" v="852" actId="478"/>
          <ac:spMkLst>
            <pc:docMk/>
            <pc:sldMk cId="0" sldId="256"/>
            <ac:spMk id="21" creationId="{00000000-0000-0000-0000-000000000000}"/>
          </ac:spMkLst>
        </pc:spChg>
      </pc:sldChg>
      <pc:sldChg chg="addSp delSp modSp mod">
        <pc:chgData name="SELINE BOWENS" userId="a2d93fef35549dd9" providerId="LiveId" clId="{90DB2DF4-022A-42B8-9068-DBD65068BF46}" dt="2026-03-15T07:28:12.380" v="916" actId="20577"/>
        <pc:sldMkLst>
          <pc:docMk/>
          <pc:sldMk cId="0" sldId="257"/>
        </pc:sldMkLst>
        <pc:spChg chg="del">
          <ac:chgData name="SELINE BOWENS" userId="a2d93fef35549dd9" providerId="LiveId" clId="{90DB2DF4-022A-42B8-9068-DBD65068BF46}" dt="2026-03-15T05:35:16.253" v="94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05:18.745" v="321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6:05:14.268" v="318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2:45.705" v="870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26:26.581" v="899" actId="14100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05:17.874" v="320" actId="478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05:16.586" v="319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28:12.380" v="916" actId="20577"/>
          <ac:spMkLst>
            <pc:docMk/>
            <pc:sldMk cId="0" sldId="257"/>
            <ac:spMk id="11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43.207" v="481" actId="478"/>
          <ac:spMkLst>
            <pc:docMk/>
            <pc:sldMk cId="0" sldId="257"/>
            <ac:spMk id="12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7:23:46.865" v="876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09:59.367" v="384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45.291" v="482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4:03.630" v="878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0:03.091" v="385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47.391" v="483" actId="478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4:28.872" v="881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1:12.974" v="409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49.804" v="484" actId="478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5:05.393" v="887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1:56.910" v="438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52.367" v="485" actId="478"/>
          <ac:spMkLst>
            <pc:docMk/>
            <pc:sldMk cId="0" sldId="257"/>
            <ac:spMk id="24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5:29.393" v="890" actId="478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13:10.259" v="466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54.439" v="486" actId="478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25:42.003" v="891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3:34.546" v="479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5:19.301" v="95" actId="478"/>
          <ac:spMkLst>
            <pc:docMk/>
            <pc:sldMk cId="0" sldId="257"/>
            <ac:spMk id="30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5:32:22.332" v="88" actId="478"/>
          <ac:spMkLst>
            <pc:docMk/>
            <pc:sldMk cId="0" sldId="257"/>
            <ac:spMk id="31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6:08:54.586" v="340" actId="22"/>
          <ac:spMkLst>
            <pc:docMk/>
            <pc:sldMk cId="0" sldId="257"/>
            <ac:spMk id="33" creationId="{611910A3-4C68-5320-B77A-B7CCAADFBFC2}"/>
          </ac:spMkLst>
        </pc:spChg>
      </pc:sldChg>
      <pc:sldChg chg="delSp modSp mod">
        <pc:chgData name="SELINE BOWENS" userId="a2d93fef35549dd9" providerId="LiveId" clId="{90DB2DF4-022A-42B8-9068-DBD65068BF46}" dt="2026-03-15T06:23:51.212" v="586" actId="1076"/>
        <pc:sldMkLst>
          <pc:docMk/>
          <pc:sldMk cId="0" sldId="258"/>
        </pc:sldMkLst>
        <pc:spChg chg="del">
          <ac:chgData name="SELINE BOWENS" userId="a2d93fef35549dd9" providerId="LiveId" clId="{90DB2DF4-022A-42B8-9068-DBD65068BF46}" dt="2026-03-15T05:35:25.201" v="96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0:10.311" v="561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7:43.041" v="527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08.950" v="582" actId="1076"/>
          <ac:spMkLst>
            <pc:docMk/>
            <pc:sldMk cId="0" sldId="258"/>
            <ac:spMk id="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0:30.945" v="567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17.955" v="583" actId="1076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0:19.144" v="56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9:19.089" v="551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19:26.247" v="553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28.955" v="584" actId="1076"/>
          <ac:spMkLst>
            <pc:docMk/>
            <pc:sldMk cId="0" sldId="258"/>
            <ac:spMk id="1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0:36.655" v="569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34.985" v="585" actId="1076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0:12.448" v="562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9:43.685" v="556" actId="478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19:41.867" v="555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1:33.514" v="573" actId="255"/>
          <ac:spMkLst>
            <pc:docMk/>
            <pc:sldMk cId="0" sldId="258"/>
            <ac:spMk id="2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0:34.091" v="568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00.853" v="581" actId="1076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0:23.782" v="566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9:48.859" v="557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19:52.376" v="558" actId="47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2:26.599" v="577" actId="255"/>
          <ac:spMkLst>
            <pc:docMk/>
            <pc:sldMk cId="0" sldId="258"/>
            <ac:spMk id="2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0:39.680" v="570" actId="478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3:51.212" v="586" actId="1076"/>
          <ac:spMkLst>
            <pc:docMk/>
            <pc:sldMk cId="0" sldId="258"/>
            <ac:spMk id="2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5:28.408" v="97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2:14.451" v="87" actId="478"/>
          <ac:spMkLst>
            <pc:docMk/>
            <pc:sldMk cId="0" sldId="258"/>
            <ac:spMk id="30" creationId="{00000000-0000-0000-0000-000000000000}"/>
          </ac:spMkLst>
        </pc:spChg>
      </pc:sldChg>
      <pc:sldChg chg="delSp modSp mod modNotesTx">
        <pc:chgData name="SELINE BOWENS" userId="a2d93fef35549dd9" providerId="LiveId" clId="{90DB2DF4-022A-42B8-9068-DBD65068BF46}" dt="2026-03-15T07:17:00.209" v="858" actId="20577"/>
        <pc:sldMkLst>
          <pc:docMk/>
          <pc:sldMk cId="0" sldId="259"/>
        </pc:sldMkLst>
        <pc:spChg chg="del">
          <ac:chgData name="SELINE BOWENS" userId="a2d93fef35549dd9" providerId="LiveId" clId="{90DB2DF4-022A-42B8-9068-DBD65068BF46}" dt="2026-03-15T05:35:33.281" v="98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14.739" v="592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2:33.154" v="672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2:46.431" v="673" actId="255"/>
          <ac:spMkLst>
            <pc:docMk/>
            <pc:sldMk cId="0" sldId="259"/>
            <ac:spMk id="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05.116" v="589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8:19.273" v="622" actId="255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09.176" v="590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2:03.653" v="671" actId="255"/>
          <ac:spMkLst>
            <pc:docMk/>
            <pc:sldMk cId="0" sldId="259"/>
            <ac:spMk id="1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11.473" v="591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1:54.881" v="670" actId="255"/>
          <ac:spMkLst>
            <pc:docMk/>
            <pc:sldMk cId="0" sldId="259"/>
            <ac:spMk id="1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19.477" v="593" actId="47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1:47.633" v="669" actId="255"/>
          <ac:spMkLst>
            <pc:docMk/>
            <pc:sldMk cId="0" sldId="259"/>
            <ac:spMk id="1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9:49.707" v="632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9:46.453" v="631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30.647" v="597" actId="478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3:07.833" v="675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17:00.209" v="858" actId="20577"/>
          <ac:spMkLst>
            <pc:docMk/>
            <pc:sldMk cId="0" sldId="259"/>
            <ac:spMk id="2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22.945" v="594" actId="478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8:42.235" v="624" actId="255"/>
          <ac:spMkLst>
            <pc:docMk/>
            <pc:sldMk cId="0" sldId="259"/>
            <ac:spMk id="2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25.449" v="595" actId="47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9:33.021" v="629" actId="255"/>
          <ac:spMkLst>
            <pc:docMk/>
            <pc:sldMk cId="0" sldId="259"/>
            <ac:spMk id="2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28.056" v="596" actId="478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9:17.325" v="628" actId="255"/>
          <ac:spMkLst>
            <pc:docMk/>
            <pc:sldMk cId="0" sldId="259"/>
            <ac:spMk id="2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9:55.870" v="634" actId="47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9:53.350" v="633" actId="20577"/>
          <ac:spMkLst>
            <pc:docMk/>
            <pc:sldMk cId="0" sldId="259"/>
            <ac:spMk id="3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38.957" v="598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3:15.733" v="676" actId="25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33:26.120" v="677" actId="255"/>
          <ac:spMkLst>
            <pc:docMk/>
            <pc:sldMk cId="0" sldId="259"/>
            <ac:spMk id="3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46.632" v="600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8:51.202" v="625" actId="255"/>
          <ac:spMkLst>
            <pc:docMk/>
            <pc:sldMk cId="0" sldId="259"/>
            <ac:spMk id="3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48.843" v="601" actId="478"/>
          <ac:spMkLst>
            <pc:docMk/>
            <pc:sldMk cId="0" sldId="259"/>
            <ac:spMk id="37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8:59.990" v="626" actId="255"/>
          <ac:spMkLst>
            <pc:docMk/>
            <pc:sldMk cId="0" sldId="259"/>
            <ac:spMk id="3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25:41.827" v="599" actId="478"/>
          <ac:spMkLst>
            <pc:docMk/>
            <pc:sldMk cId="0" sldId="259"/>
            <ac:spMk id="3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29:10.084" v="627" actId="255"/>
          <ac:spMkLst>
            <pc:docMk/>
            <pc:sldMk cId="0" sldId="259"/>
            <ac:spMk id="40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27:51.988" v="621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5:36.718" v="99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2:36.188" v="89" actId="478"/>
          <ac:spMkLst>
            <pc:docMk/>
            <pc:sldMk cId="0" sldId="259"/>
            <ac:spMk id="43" creationId="{00000000-0000-0000-0000-000000000000}"/>
          </ac:spMkLst>
        </pc:spChg>
      </pc:sldChg>
      <pc:sldChg chg="addSp delSp modSp mod">
        <pc:chgData name="SELINE BOWENS" userId="a2d93fef35549dd9" providerId="LiveId" clId="{90DB2DF4-022A-42B8-9068-DBD65068BF46}" dt="2026-03-15T07:34:16.500" v="920" actId="14100"/>
        <pc:sldMkLst>
          <pc:docMk/>
          <pc:sldMk cId="0" sldId="260"/>
        </pc:sldMkLst>
        <pc:spChg chg="del">
          <ac:chgData name="SELINE BOWENS" userId="a2d93fef35549dd9" providerId="LiveId" clId="{90DB2DF4-022A-42B8-9068-DBD65068BF46}" dt="2026-03-15T05:35:41.374" v="100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49:03.835" v="686" actId="478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6:48:32.784" v="679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01:41.493" v="797" actId="20577"/>
          <ac:spMkLst>
            <pc:docMk/>
            <pc:sldMk cId="0" sldId="260"/>
            <ac:spMk id="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49:22.978" v="68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6:51:41.912" v="693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7:02:03.253" v="798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06:01.851" v="826" actId="12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7:01:31.973" v="792" actId="478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02:22.136" v="801" actId="478"/>
          <ac:spMkLst>
            <pc:docMk/>
            <pc:sldMk cId="0" sldId="260"/>
            <ac:spMk id="14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7:34:16.500" v="920" actId="14100"/>
          <ac:spMkLst>
            <pc:docMk/>
            <pc:sldMk cId="0" sldId="260"/>
            <ac:spMk id="15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6:56:50.618" v="776" actId="47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01:35.571" v="793" actId="20577"/>
          <ac:spMkLst>
            <pc:docMk/>
            <pc:sldMk cId="0" sldId="260"/>
            <ac:spMk id="17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6:56:54.008" v="780" actId="478"/>
          <ac:spMkLst>
            <pc:docMk/>
            <pc:sldMk cId="0" sldId="260"/>
            <ac:spMk id="18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6:56:53.387" v="779" actId="47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04:42.090" v="822" actId="1076"/>
          <ac:spMkLst>
            <pc:docMk/>
            <pc:sldMk cId="0" sldId="260"/>
            <ac:spMk id="2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7:04:09.722" v="818" actId="47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05:55.296" v="825" actId="12"/>
          <ac:spMkLst>
            <pc:docMk/>
            <pc:sldMk cId="0" sldId="260"/>
            <ac:spMk id="2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7:03:30.972" v="812" actId="478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7:03:28.056" v="811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5:44.318" v="101" actId="478"/>
          <ac:spMkLst>
            <pc:docMk/>
            <pc:sldMk cId="0" sldId="260"/>
            <ac:spMk id="25" creationId="{00000000-0000-0000-0000-000000000000}"/>
          </ac:spMkLst>
        </pc:spChg>
      </pc:sldChg>
      <pc:sldChg chg="addSp delSp modSp mod setBg">
        <pc:chgData name="SELINE BOWENS" userId="a2d93fef35549dd9" providerId="LiveId" clId="{90DB2DF4-022A-42B8-9068-DBD65068BF46}" dt="2026-03-15T07:16:19.299" v="854" actId="26606"/>
        <pc:sldMkLst>
          <pc:docMk/>
          <pc:sldMk cId="0" sldId="261"/>
        </pc:sldMkLst>
        <pc:spChg chg="del">
          <ac:chgData name="SELINE BOWENS" userId="a2d93fef35549dd9" providerId="LiveId" clId="{90DB2DF4-022A-42B8-9068-DBD65068BF46}" dt="2026-03-15T05:35:55.439" v="10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16:19.299" v="854" actId="26606"/>
          <ac:spMkLst>
            <pc:docMk/>
            <pc:sldMk cId="0" sldId="261"/>
            <ac:spMk id="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19.159" v="107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1:57.478" v="143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36.482" v="110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37:34.221" v="109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8:44.237" v="118" actId="478"/>
          <ac:spMkLst>
            <pc:docMk/>
            <pc:sldMk cId="0" sldId="261"/>
            <ac:spMk id="8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7:16:19.299" v="854" actId="26606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4:12.255" v="160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55.809" v="114" actId="478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7:22.416" v="189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5:17.368" v="169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16:19.299" v="854" actId="26606"/>
          <ac:spMkLst>
            <pc:docMk/>
            <pc:sldMk cId="0" sldId="261"/>
            <ac:spMk id="1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9:46.627" v="125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45.471" v="111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0:37.915" v="130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9:40.890" v="124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9:53.098" v="126" actId="478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4:29.685" v="164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58.873" v="115" actId="478"/>
          <ac:spMkLst>
            <pc:docMk/>
            <pc:sldMk cId="0" sldId="261"/>
            <ac:spMk id="21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4:21.399" v="162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6:10.893" v="175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6:14.570" v="176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9:56.241" v="127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7:48.718" v="112" actId="478"/>
          <ac:spMkLst>
            <pc:docMk/>
            <pc:sldMk cId="0" sldId="261"/>
            <ac:spMk id="26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0:02.879" v="129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1:41.356" v="140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1:45.271" v="141" actId="478"/>
          <ac:spMkLst>
            <pc:docMk/>
            <pc:sldMk cId="0" sldId="261"/>
            <ac:spMk id="29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44:34.865" v="166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8:01.444" v="116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4:40.142" v="167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8:19.913" v="195" actId="478"/>
          <ac:spMkLst>
            <pc:docMk/>
            <pc:sldMk cId="0" sldId="261"/>
            <ac:spMk id="33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48:25.447" v="196" actId="478"/>
          <ac:spMkLst>
            <pc:docMk/>
            <pc:sldMk cId="0" sldId="261"/>
            <ac:spMk id="3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5:58.979" v="103" actId="478"/>
          <ac:spMkLst>
            <pc:docMk/>
            <pc:sldMk cId="0" sldId="261"/>
            <ac:spMk id="35" creationId="{00000000-0000-0000-0000-000000000000}"/>
          </ac:spMkLst>
        </pc:spChg>
        <pc:spChg chg="add del mod">
          <ac:chgData name="SELINE BOWENS" userId="a2d93fef35549dd9" providerId="LiveId" clId="{90DB2DF4-022A-42B8-9068-DBD65068BF46}" dt="2026-03-15T07:14:08.390" v="847" actId="478"/>
          <ac:spMkLst>
            <pc:docMk/>
            <pc:sldMk cId="0" sldId="261"/>
            <ac:spMk id="36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7:16:19.299" v="854" actId="26606"/>
          <ac:spMkLst>
            <pc:docMk/>
            <pc:sldMk cId="0" sldId="261"/>
            <ac:spMk id="37" creationId="{23522FE7-5A29-4EF6-B1EF-2CA55748A772}"/>
          </ac:spMkLst>
        </pc:spChg>
        <pc:spChg chg="add del">
          <ac:chgData name="SELINE BOWENS" userId="a2d93fef35549dd9" providerId="LiveId" clId="{90DB2DF4-022A-42B8-9068-DBD65068BF46}" dt="2026-03-15T07:14:04.805" v="846" actId="26606"/>
          <ac:spMkLst>
            <pc:docMk/>
            <pc:sldMk cId="0" sldId="261"/>
            <ac:spMk id="41" creationId="{23522FE7-5A29-4EF6-B1EF-2CA55748A772}"/>
          </ac:spMkLst>
        </pc:spChg>
        <pc:spChg chg="add del">
          <ac:chgData name="SELINE BOWENS" userId="a2d93fef35549dd9" providerId="LiveId" clId="{90DB2DF4-022A-42B8-9068-DBD65068BF46}" dt="2026-03-15T07:16:19.299" v="854" actId="26606"/>
          <ac:spMkLst>
            <pc:docMk/>
            <pc:sldMk cId="0" sldId="261"/>
            <ac:spMk id="42" creationId="{29C51009-A09A-4689-8E6C-F8FC99E6A840}"/>
          </ac:spMkLst>
        </pc:spChg>
        <pc:spChg chg="add del">
          <ac:chgData name="SELINE BOWENS" userId="a2d93fef35549dd9" providerId="LiveId" clId="{90DB2DF4-022A-42B8-9068-DBD65068BF46}" dt="2026-03-15T07:14:04.805" v="846" actId="26606"/>
          <ac:spMkLst>
            <pc:docMk/>
            <pc:sldMk cId="0" sldId="261"/>
            <ac:spMk id="49" creationId="{0216D9FD-860F-4F5C-8D9B-CE7002071D21}"/>
          </ac:spMkLst>
        </pc:spChg>
        <pc:spChg chg="add del">
          <ac:chgData name="SELINE BOWENS" userId="a2d93fef35549dd9" providerId="LiveId" clId="{90DB2DF4-022A-42B8-9068-DBD65068BF46}" dt="2026-03-15T07:14:04.805" v="846" actId="26606"/>
          <ac:spMkLst>
            <pc:docMk/>
            <pc:sldMk cId="0" sldId="261"/>
            <ac:spMk id="51" creationId="{8D074069-7026-466C-B495-20FB9578CFBB}"/>
          </ac:spMkLst>
        </pc:spChg>
        <pc:spChg chg="add del">
          <ac:chgData name="SELINE BOWENS" userId="a2d93fef35549dd9" providerId="LiveId" clId="{90DB2DF4-022A-42B8-9068-DBD65068BF46}" dt="2026-03-15T07:14:04.805" v="846" actId="26606"/>
          <ac:spMkLst>
            <pc:docMk/>
            <pc:sldMk cId="0" sldId="261"/>
            <ac:spMk id="53" creationId="{C1685D80-4D5A-471F-9215-651424F47500}"/>
          </ac:spMkLst>
        </pc:spChg>
        <pc:picChg chg="add del">
          <ac:chgData name="SELINE BOWENS" userId="a2d93fef35549dd9" providerId="LiveId" clId="{90DB2DF4-022A-42B8-9068-DBD65068BF46}" dt="2026-03-15T07:16:19.299" v="854" actId="26606"/>
          <ac:picMkLst>
            <pc:docMk/>
            <pc:sldMk cId="0" sldId="261"/>
            <ac:picMk id="38" creationId="{C2192E09-EBC7-416C-B887-DFF915D7F43D}"/>
          </ac:picMkLst>
        </pc:picChg>
        <pc:picChg chg="add del">
          <ac:chgData name="SELINE BOWENS" userId="a2d93fef35549dd9" providerId="LiveId" clId="{90DB2DF4-022A-42B8-9068-DBD65068BF46}" dt="2026-03-15T07:14:04.805" v="846" actId="26606"/>
          <ac:picMkLst>
            <pc:docMk/>
            <pc:sldMk cId="0" sldId="261"/>
            <ac:picMk id="43" creationId="{C2192E09-EBC7-416C-B887-DFF915D7F43D}"/>
          </ac:picMkLst>
        </pc:picChg>
        <pc:cxnChg chg="add del">
          <ac:chgData name="SELINE BOWENS" userId="a2d93fef35549dd9" providerId="LiveId" clId="{90DB2DF4-022A-42B8-9068-DBD65068BF46}" dt="2026-03-15T07:16:19.299" v="854" actId="26606"/>
          <ac:cxnSpMkLst>
            <pc:docMk/>
            <pc:sldMk cId="0" sldId="261"/>
            <ac:cxnSpMk id="39" creationId="{2924498D-E084-44BE-A196-CFCE35564350}"/>
          </ac:cxnSpMkLst>
        </pc:cxnChg>
        <pc:cxnChg chg="add del">
          <ac:chgData name="SELINE BOWENS" userId="a2d93fef35549dd9" providerId="LiveId" clId="{90DB2DF4-022A-42B8-9068-DBD65068BF46}" dt="2026-03-15T07:16:19.299" v="854" actId="26606"/>
          <ac:cxnSpMkLst>
            <pc:docMk/>
            <pc:sldMk cId="0" sldId="261"/>
            <ac:cxnSpMk id="40" creationId="{14C12901-9FCC-461E-A64A-89B4791235E9}"/>
          </ac:cxnSpMkLst>
        </pc:cxnChg>
        <pc:cxnChg chg="add del">
          <ac:chgData name="SELINE BOWENS" userId="a2d93fef35549dd9" providerId="LiveId" clId="{90DB2DF4-022A-42B8-9068-DBD65068BF46}" dt="2026-03-15T07:16:19.299" v="854" actId="26606"/>
          <ac:cxnSpMkLst>
            <pc:docMk/>
            <pc:sldMk cId="0" sldId="261"/>
            <ac:cxnSpMk id="44" creationId="{9EC65442-F244-409C-BF44-C5D6472E810A}"/>
          </ac:cxnSpMkLst>
        </pc:cxnChg>
        <pc:cxnChg chg="add del">
          <ac:chgData name="SELINE BOWENS" userId="a2d93fef35549dd9" providerId="LiveId" clId="{90DB2DF4-022A-42B8-9068-DBD65068BF46}" dt="2026-03-15T07:14:04.805" v="846" actId="26606"/>
          <ac:cxnSpMkLst>
            <pc:docMk/>
            <pc:sldMk cId="0" sldId="261"/>
            <ac:cxnSpMk id="45" creationId="{2924498D-E084-44BE-A196-CFCE35564350}"/>
          </ac:cxnSpMkLst>
        </pc:cxnChg>
      </pc:sldChg>
      <pc:sldChg chg="addSp delSp modSp mod">
        <pc:chgData name="SELINE BOWENS" userId="a2d93fef35549dd9" providerId="LiveId" clId="{90DB2DF4-022A-42B8-9068-DBD65068BF46}" dt="2026-03-15T07:30:46.457" v="919" actId="14100"/>
        <pc:sldMkLst>
          <pc:docMk/>
          <pc:sldMk cId="0" sldId="262"/>
        </pc:sldMkLst>
        <pc:spChg chg="del">
          <ac:chgData name="SELINE BOWENS" userId="a2d93fef35549dd9" providerId="LiveId" clId="{90DB2DF4-022A-42B8-9068-DBD65068BF46}" dt="2026-03-15T05:36:07.873" v="104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1:30.608" v="209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8:07.654" v="290" actId="255"/>
          <ac:spMkLst>
            <pc:docMk/>
            <pc:sldMk cId="0" sldId="262"/>
            <ac:spMk id="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5:44.999" v="265" actId="478"/>
          <ac:spMkLst>
            <pc:docMk/>
            <pc:sldMk cId="0" sldId="262"/>
            <ac:spMk id="8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7:32.472" v="288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8:36.865" v="291" actId="1076"/>
          <ac:spMkLst>
            <pc:docMk/>
            <pc:sldMk cId="0" sldId="262"/>
            <ac:spMk id="1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2:15.362" v="216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21:51.938" v="867" actId="255"/>
          <ac:spMkLst>
            <pc:docMk/>
            <pc:sldMk cId="0" sldId="262"/>
            <ac:spMk id="1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5:58.504" v="267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20:00.986" v="86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6:13.612" v="270" actId="1076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SELINE BOWENS" userId="a2d93fef35549dd9" providerId="LiveId" clId="{90DB2DF4-022A-42B8-9068-DBD65068BF46}" dt="2026-03-15T05:53:01.962" v="229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20:29.289" v="862" actId="255"/>
          <ac:spMkLst>
            <pc:docMk/>
            <pc:sldMk cId="0" sldId="262"/>
            <ac:spMk id="1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6:18.028" v="271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9:26.912" v="294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30:40.181" v="918" actId="14100"/>
          <ac:spMkLst>
            <pc:docMk/>
            <pc:sldMk cId="0" sldId="262"/>
            <ac:spMk id="20" creationId="{00000000-0000-0000-0000-000000000000}"/>
          </ac:spMkLst>
        </pc:spChg>
        <pc:spChg chg="add del">
          <ac:chgData name="SELINE BOWENS" userId="a2d93fef35549dd9" providerId="LiveId" clId="{90DB2DF4-022A-42B8-9068-DBD65068BF46}" dt="2026-03-15T05:54:10.567" v="251" actId="47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00:17.974" v="298" actId="1076"/>
          <ac:spMkLst>
            <pc:docMk/>
            <pc:sldMk cId="0" sldId="262"/>
            <ac:spMk id="2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5:29.596" v="263" actId="478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5:59:53.152" v="296" actId="25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30:32.607" v="917" actId="14100"/>
          <ac:spMkLst>
            <pc:docMk/>
            <pc:sldMk cId="0" sldId="262"/>
            <ac:spMk id="25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4:30.710" v="256" actId="478"/>
          <ac:spMkLst>
            <pc:docMk/>
            <pc:sldMk cId="0" sldId="262"/>
            <ac:spMk id="26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00:38.737" v="300" actId="1076"/>
          <ac:spMkLst>
            <pc:docMk/>
            <pc:sldMk cId="0" sldId="262"/>
            <ac:spMk id="27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5:15.106" v="261" actId="478"/>
          <ac:spMkLst>
            <pc:docMk/>
            <pc:sldMk cId="0" sldId="262"/>
            <ac:spMk id="28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19:00.497" v="860" actId="1410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7:30:46.457" v="919" actId="14100"/>
          <ac:spMkLst>
            <pc:docMk/>
            <pc:sldMk cId="0" sldId="262"/>
            <ac:spMk id="30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6:57.065" v="284" actId="478"/>
          <ac:spMkLst>
            <pc:docMk/>
            <pc:sldMk cId="0" sldId="262"/>
            <ac:spMk id="31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01:22.850" v="304" actId="255"/>
          <ac:spMkLst>
            <pc:docMk/>
            <pc:sldMk cId="0" sldId="262"/>
            <ac:spMk id="32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56:32.709" v="273" actId="478"/>
          <ac:spMkLst>
            <pc:docMk/>
            <pc:sldMk cId="0" sldId="262"/>
            <ac:spMk id="33" creationId="{00000000-0000-0000-0000-000000000000}"/>
          </ac:spMkLst>
        </pc:spChg>
        <pc:spChg chg="mod">
          <ac:chgData name="SELINE BOWENS" userId="a2d93fef35549dd9" providerId="LiveId" clId="{90DB2DF4-022A-42B8-9068-DBD65068BF46}" dt="2026-03-15T06:01:04.824" v="302" actId="255"/>
          <ac:spMkLst>
            <pc:docMk/>
            <pc:sldMk cId="0" sldId="262"/>
            <ac:spMk id="34" creationId="{00000000-0000-0000-0000-000000000000}"/>
          </ac:spMkLst>
        </pc:spChg>
        <pc:spChg chg="del">
          <ac:chgData name="SELINE BOWENS" userId="a2d93fef35549dd9" providerId="LiveId" clId="{90DB2DF4-022A-42B8-9068-DBD65068BF46}" dt="2026-03-15T05:36:11.025" v="105" actId="478"/>
          <ac:spMkLst>
            <pc:docMk/>
            <pc:sldMk cId="0" sldId="262"/>
            <ac:spMk id="35" creationId="{00000000-0000-0000-0000-000000000000}"/>
          </ac:spMkLst>
        </pc:spChg>
      </pc:sldChg>
      <pc:sldChg chg="del">
        <pc:chgData name="SELINE BOWENS" userId="a2d93fef35549dd9" providerId="LiveId" clId="{90DB2DF4-022A-42B8-9068-DBD65068BF46}" dt="2026-03-15T05:33:28.699" v="91" actId="2696"/>
        <pc:sldMkLst>
          <pc:docMk/>
          <pc:sldMk cId="0" sldId="263"/>
        </pc:sldMkLst>
      </pc:sldChg>
      <pc:sldChg chg="new del">
        <pc:chgData name="SELINE BOWENS" userId="a2d93fef35549dd9" providerId="LiveId" clId="{90DB2DF4-022A-42B8-9068-DBD65068BF46}" dt="2026-03-15T06:01:35.308" v="305" actId="2696"/>
        <pc:sldMkLst>
          <pc:docMk/>
          <pc:sldMk cId="1782258366" sldId="263"/>
        </pc:sldMkLst>
      </pc:sldChg>
      <pc:sldChg chg="new del">
        <pc:chgData name="SELINE BOWENS" userId="a2d93fef35549dd9" providerId="LiveId" clId="{90DB2DF4-022A-42B8-9068-DBD65068BF46}" dt="2026-03-15T05:34:41.880" v="93" actId="2696"/>
        <pc:sldMkLst>
          <pc:docMk/>
          <pc:sldMk cId="3315682304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36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F8C8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User clicks a button -&gt; React sends Axios request -&gt; API processes it -&gt; MySQL updates -&gt; Response shows on screen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880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4710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0974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495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70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2102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902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362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593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7189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55576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6584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942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940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400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7408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7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3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  <p:sldLayoutId id="2147483962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68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4A"/>
                </a:solidFill>
              </a:rPr>
              <a:t>M5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Notebook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CST-391-Milestone 5: React Frontend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27432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Seline Bowens |  3/15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153160"/>
            <a:ext cx="3290316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What is Prayer Notebook?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3E50"/>
                </a:solidFill>
              </a:rPr>
              <a:t>A web app for Christians to track their prayers.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Users can: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Add new prayer requests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View all prayers in a table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Edit an existing prayer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Mark a prayer as Answered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Delete a prayer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</a:rPr>
              <a:t>View only answered prayers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7600" y="1153160"/>
            <a:ext cx="4658360" cy="2939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React 18 - Frontend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React Router - Page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Axios –HTTP calls to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Bootstrap 5 - Styling and </a:t>
            </a:r>
            <a:r>
              <a:rPr lang="en-US" dirty="0" err="1">
                <a:solidFill>
                  <a:srgbClr val="1A2B4A"/>
                </a:solidFill>
              </a:rPr>
              <a:t>NavBar</a:t>
            </a:r>
            <a:endParaRPr lang="en-US" dirty="0">
              <a:solidFill>
                <a:srgbClr val="1A2B4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Express / Node.js - Backend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4A"/>
                </a:solidFill>
              </a:rPr>
              <a:t>MySQL - Database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69164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1567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</a:rPr>
              <a:t>1. All Prayers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4220" y="156591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Shows every prayer in a table. Each row has Edit, Delete, and Mark Answered buttons. Status shows Pending or Answered badge.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1404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</a:rPr>
              <a:t>2. Add Prayer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94960" y="156591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A form with Title, Description, Notes, and Category fields. Save Prayer sends a POST request to the API</a:t>
            </a:r>
            <a:r>
              <a:rPr lang="en-US" sz="1200" dirty="0">
                <a:solidFill>
                  <a:srgbClr val="2C3E50"/>
                </a:solidFill>
              </a:rPr>
              <a:t>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0632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</a:rPr>
              <a:t>3. Edit Prayer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" y="33375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Same form as Add Prayer but pre-filled with existing data. Update Prayer sends a PUT request to the API</a:t>
            </a:r>
            <a:r>
              <a:rPr lang="en-US" sz="1200" dirty="0">
                <a:solidFill>
                  <a:srgbClr val="2C3E50"/>
                </a:solidFill>
              </a:rPr>
              <a:t>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</a:rPr>
              <a:t>4. Answered Prayers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94960" y="3500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Filtered view showing only prayers that have been marked as answered. Uses the same component as All Prayers.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App </a:t>
            </a:r>
            <a:r>
              <a:rPr lang="en-US" sz="1600" b="1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E5FF"/>
                </a:solidFill>
              </a:rPr>
              <a:t>localhost:3000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NavBar.js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PrayerList.js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PrayerForm.js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dataSource.js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60604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0789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Express API </a:t>
            </a:r>
            <a:r>
              <a:rPr lang="en-US" sz="1600" b="1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1389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E5FF"/>
                </a:solidFill>
              </a:rPr>
              <a:t>localhost:5000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56432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/api/prayers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56432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/api/categories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56432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GET, POST, PUT, DELETE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2160" y="24871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35040" y="1051560"/>
            <a:ext cx="260604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10789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 DB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1389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E5FF"/>
                </a:solidFill>
              </a:rPr>
              <a:t>prayer_notebook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91072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users table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91072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prayers table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91072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prayer_categories table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886200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API Endpoint Mismatch - </a:t>
            </a:r>
            <a:r>
              <a:rPr lang="en-US" sz="1600" dirty="0">
                <a:solidFill>
                  <a:srgbClr val="A8C0D6"/>
                </a:solidFill>
              </a:rPr>
              <a:t>The Mark Answered button displayed an error. The frontend code was calling /prayers/:id/answered but the actual API route was /prayers/:id/answer. Fixed by checking the backend routes file.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60520" cy="1645920"/>
          </a:xfrm>
          <a:prstGeom prst="rect">
            <a:avLst/>
          </a:prstGeom>
          <a:solidFill>
            <a:srgbClr val="243B5A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886200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Connecting React to an Existing API - </a:t>
            </a:r>
            <a:r>
              <a:rPr lang="en-US" sz="1400" dirty="0">
                <a:solidFill>
                  <a:srgbClr val="A8C0D6"/>
                </a:solidFill>
              </a:rPr>
              <a:t>The Milestone 3 API was built separately. Figuring out the exact URL format, query parameters (</a:t>
            </a:r>
            <a:r>
              <a:rPr lang="en-US" sz="1400" dirty="0" err="1">
                <a:solidFill>
                  <a:srgbClr val="A8C0D6"/>
                </a:solidFill>
              </a:rPr>
              <a:t>userId</a:t>
            </a:r>
            <a:r>
              <a:rPr lang="en-US" sz="1400" dirty="0">
                <a:solidFill>
                  <a:srgbClr val="A8C0D6"/>
                </a:solidFill>
              </a:rPr>
              <a:t>=1), and request body shape required checking the routes and controller files carefully.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160520" cy="1783080"/>
          </a:xfrm>
          <a:prstGeom prst="rect">
            <a:avLst/>
          </a:prstGeom>
          <a:solidFill>
            <a:srgbClr val="243B5A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3886200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Dual-Mode Form Component - </a:t>
            </a:r>
            <a:r>
              <a:rPr lang="en-US" sz="1600" dirty="0">
                <a:solidFill>
                  <a:srgbClr val="A8C0D6"/>
                </a:solidFill>
              </a:rPr>
              <a:t>Building one </a:t>
            </a:r>
            <a:r>
              <a:rPr lang="en-US" sz="1600" dirty="0" err="1">
                <a:solidFill>
                  <a:srgbClr val="A8C0D6"/>
                </a:solidFill>
              </a:rPr>
              <a:t>PrayerForm</a:t>
            </a:r>
            <a:r>
              <a:rPr lang="en-US" sz="1600" dirty="0">
                <a:solidFill>
                  <a:srgbClr val="A8C0D6"/>
                </a:solidFill>
              </a:rPr>
              <a:t> component that handles both creating and editing required using </a:t>
            </a:r>
            <a:r>
              <a:rPr lang="en-US" sz="1600" dirty="0" err="1">
                <a:solidFill>
                  <a:srgbClr val="A8C0D6"/>
                </a:solidFill>
              </a:rPr>
              <a:t>useParams</a:t>
            </a:r>
            <a:r>
              <a:rPr lang="en-US" sz="1600" dirty="0">
                <a:solidFill>
                  <a:srgbClr val="A8C0D6"/>
                </a:solidFill>
              </a:rPr>
              <a:t> to detect if an ID was in the URL, then using </a:t>
            </a:r>
            <a:r>
              <a:rPr lang="en-US" sz="1600" dirty="0" err="1">
                <a:solidFill>
                  <a:srgbClr val="A8C0D6"/>
                </a:solidFill>
              </a:rPr>
              <a:t>useEffect</a:t>
            </a:r>
            <a:r>
              <a:rPr lang="en-US" sz="1600" dirty="0">
                <a:solidFill>
                  <a:srgbClr val="A8C0D6"/>
                </a:solidFill>
              </a:rPr>
              <a:t> to load the prayer data for edit mode.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98060" y="2834640"/>
            <a:ext cx="4160520" cy="1645920"/>
          </a:xfrm>
          <a:prstGeom prst="rect">
            <a:avLst/>
          </a:prstGeom>
          <a:solidFill>
            <a:srgbClr val="243B5A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72542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Port Conflicts -</a:t>
            </a:r>
            <a:r>
              <a:rPr lang="en-US" sz="1600" dirty="0">
                <a:solidFill>
                  <a:srgbClr val="A8C0D6"/>
                </a:solidFill>
              </a:rPr>
              <a:t> Running the blog app, music app, Express API, and React app all at the same time required managing multiple terminals and port numbers carefully to avoid conflicts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Bugs and Issues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944118"/>
            <a:ext cx="4229100" cy="3795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user login system:</a:t>
            </a:r>
            <a:r>
              <a:rPr lang="en-US" sz="1600" b="1" dirty="0"/>
              <a:t> </a:t>
            </a:r>
            <a:r>
              <a:rPr lang="en-US" sz="1600" dirty="0" err="1">
                <a:solidFill>
                  <a:srgbClr val="2C3E50"/>
                </a:solidFill>
              </a:rPr>
              <a:t>userId</a:t>
            </a:r>
            <a:r>
              <a:rPr lang="en-US" sz="1600" dirty="0">
                <a:solidFill>
                  <a:srgbClr val="2C3E50"/>
                </a:solidFill>
              </a:rPr>
              <a:t> is hardcoded as 1. Anyone visiting the app sees the same prayers.  A login page with JWT authentication is needed for real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prayer details view:</a:t>
            </a:r>
            <a:r>
              <a:rPr lang="en-US" sz="1600" b="1" dirty="0"/>
              <a:t> </a:t>
            </a:r>
            <a:r>
              <a:rPr lang="en-US" sz="1600" dirty="0">
                <a:solidFill>
                  <a:srgbClr val="2C3E50"/>
                </a:solidFill>
              </a:rPr>
              <a:t>Clicking a prayer title does not open a full details page.  A view for reading the full description and notes is planned.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input validation messages: </a:t>
            </a:r>
            <a:r>
              <a:rPr lang="en-US" sz="1600" dirty="0">
                <a:solidFill>
                  <a:srgbClr val="2C3E50"/>
                </a:solidFill>
              </a:rPr>
              <a:t>The form only uses the HTML required attribute. Custom error messages for empty or invalid fields have not been </a:t>
            </a:r>
            <a:r>
              <a:rPr lang="en-US" sz="1400" dirty="0">
                <a:solidFill>
                  <a:srgbClr val="2C3E50"/>
                </a:solidFill>
              </a:rPr>
              <a:t>added.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2C3E50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944118"/>
            <a:ext cx="3886200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category management page</a:t>
            </a:r>
            <a:r>
              <a:rPr lang="en-US" sz="1600" b="1" dirty="0"/>
              <a:t>: </a:t>
            </a:r>
            <a:r>
              <a:rPr lang="en-US" sz="1600" dirty="0">
                <a:solidFill>
                  <a:srgbClr val="2C3E50"/>
                </a:solidFill>
              </a:rPr>
              <a:t>The API supports creating and editing categories, but the React app has no UI for it yet. Categories are hardcoded in the form dropdown.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search bar in the UI</a:t>
            </a:r>
            <a:r>
              <a:rPr lang="en-US" sz="1600" b="1" dirty="0"/>
              <a:t>: </a:t>
            </a:r>
            <a:r>
              <a:rPr lang="en-US" sz="1600" dirty="0">
                <a:solidFill>
                  <a:srgbClr val="2C3E50"/>
                </a:solidFill>
              </a:rPr>
              <a:t>The API has a search endpoint (/</a:t>
            </a:r>
            <a:r>
              <a:rPr lang="en-US" sz="1600" dirty="0" err="1">
                <a:solidFill>
                  <a:srgbClr val="2C3E50"/>
                </a:solidFill>
              </a:rPr>
              <a:t>api</a:t>
            </a:r>
            <a:r>
              <a:rPr lang="en-US" sz="1600" dirty="0">
                <a:solidFill>
                  <a:srgbClr val="2C3E50"/>
                </a:solidFill>
              </a:rPr>
              <a:t>/prayers/search) but the React frontend has not connected to it yet.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2B4A"/>
                </a:solidFill>
              </a:rPr>
              <a:t>No pagination</a:t>
            </a:r>
            <a:r>
              <a:rPr lang="en-US" sz="1600" b="1" dirty="0"/>
              <a:t>: </a:t>
            </a:r>
            <a:r>
              <a:rPr lang="en-US" sz="1600" dirty="0">
                <a:solidFill>
                  <a:srgbClr val="2C3E50"/>
                </a:solidFill>
              </a:rPr>
              <a:t>All prayers load at once. With many prayers this could be slow. Pagination or infinite scroll should be added later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12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1. One Component, Two Purposes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PrayerForm handles both create and edit mode using useParams and useEffect. This avoids writing the same form twice and is easier to maintain.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35558"/>
            <a:ext cx="2651760" cy="169164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92583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2</a:t>
            </a:r>
            <a:r>
              <a:rPr lang="en-US" sz="1400" b="1" dirty="0">
                <a:solidFill>
                  <a:srgbClr val="C9A84C"/>
                </a:solidFill>
              </a:rPr>
              <a:t>. Always Check Both Sides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431544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When an API call fails, check both the frontend URL and the backend routes file. The bug is often a small mismatch like /answered vs /answer.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651760" cy="169164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9890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3. Patterns Transfer Across Projects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572768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The music app patterns from Activities 6 and 7 applied directly to the prayer app. Learning one pattern well means using it in every future project.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51760" cy="188722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938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4. dataSource.js Saves Repetition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Storing the API base URL in one file means all components share it. If the URL changes, I only update one file instead of every component.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88722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950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5. </a:t>
            </a:r>
            <a:r>
              <a:rPr lang="en-US" sz="1400" b="1" dirty="0" err="1">
                <a:solidFill>
                  <a:srgbClr val="C9A84C"/>
                </a:solidFill>
              </a:rPr>
              <a:t>useEffect</a:t>
            </a:r>
            <a:r>
              <a:rPr lang="en-US" sz="1400" b="1" dirty="0">
                <a:solidFill>
                  <a:srgbClr val="C9A84C"/>
                </a:solidFill>
              </a:rPr>
              <a:t> Dependency Array Matters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493008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Passing answeredOnly as a dependency to useEffect means the list automatically reloads when switching between All Prayers and Answered Prayers.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2651760" cy="1887220"/>
          </a:xfrm>
          <a:prstGeom prst="rect">
            <a:avLst/>
          </a:prstGeom>
          <a:solidFill>
            <a:srgbClr val="1E3456"/>
          </a:solidFill>
          <a:ln w="12700">
            <a:solidFill>
              <a:srgbClr val="2E4F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28666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6. Test Every Button Separately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493008"/>
            <a:ext cx="23774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0D6"/>
                </a:solidFill>
              </a:rPr>
              <a:t>Each CRUD button needed to be tested one at a time to catch issues. Automated testing would help catch these problems faster in future projects.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</TotalTime>
  <Words>831</Words>
  <Application>Microsoft Office PowerPoint</Application>
  <PresentationFormat>On-screen Show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Gill Sans MT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CST-391 Milestone 5 - Prayer Notebook React Frontend</dc:title>
  <dc:subject>PptxGenJS Presentation</dc:subject>
  <dc:creator>Night O.</dc:creator>
  <cp:lastModifiedBy>SELINE BOWENS</cp:lastModifiedBy>
  <cp:revision>1</cp:revision>
  <dcterms:created xsi:type="dcterms:W3CDTF">2026-03-14T10:20:46Z</dcterms:created>
  <dcterms:modified xsi:type="dcterms:W3CDTF">2026-03-15T07:34:25Z</dcterms:modified>
</cp:coreProperties>
</file>