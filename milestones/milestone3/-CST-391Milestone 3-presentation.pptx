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09D91F-AA2B-4160-BBC8-1AE000F3ABE5}" v="16" dt="2026-02-15T03:13:03.4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8" autoAdjust="0"/>
    <p:restoredTop sz="91211" autoAdjust="0"/>
  </p:normalViewPr>
  <p:slideViewPr>
    <p:cSldViewPr snapToGrid="0">
      <p:cViewPr varScale="1">
        <p:scale>
          <a:sx n="40" d="100"/>
          <a:sy n="40" d="100"/>
        </p:scale>
        <p:origin x="72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18D87F-FD44-4F9D-895F-9045ABE3212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FF87D6-7A92-46ED-B9C9-4F75511CD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406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F87D6-7A92-46ED-B9C9-4F75511CD40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4874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F87D6-7A92-46ED-B9C9-4F75511CD4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1563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F87D6-7A92-46ED-B9C9-4F75511CD40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9019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F87D6-7A92-46ED-B9C9-4F75511CD40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257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55C53-7C25-4D2B-B1FC-6CBD773F9CA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3ABCD-3E54-4E39-B06B-A0385A06C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48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55C53-7C25-4D2B-B1FC-6CBD773F9CA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3ABCD-3E54-4E39-B06B-A0385A06C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51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55C53-7C25-4D2B-B1FC-6CBD773F9CA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3ABCD-3E54-4E39-B06B-A0385A06C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51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55C53-7C25-4D2B-B1FC-6CBD773F9CA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3ABCD-3E54-4E39-B06B-A0385A06C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679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55C53-7C25-4D2B-B1FC-6CBD773F9CA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3ABCD-3E54-4E39-B06B-A0385A06C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86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55C53-7C25-4D2B-B1FC-6CBD773F9CA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3ABCD-3E54-4E39-B06B-A0385A06C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6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55C53-7C25-4D2B-B1FC-6CBD773F9CA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3ABCD-3E54-4E39-B06B-A0385A06C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975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55C53-7C25-4D2B-B1FC-6CBD773F9CA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3ABCD-3E54-4E39-B06B-A0385A06C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08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55C53-7C25-4D2B-B1FC-6CBD773F9CA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3ABCD-3E54-4E39-B06B-A0385A06C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353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55C53-7C25-4D2B-B1FC-6CBD773F9CA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3ABCD-3E54-4E39-B06B-A0385A06C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01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55C53-7C25-4D2B-B1FC-6CBD773F9CA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3ABCD-3E54-4E39-B06B-A0385A06C422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20746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55C53-7C25-4D2B-B1FC-6CBD773F9CA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3ABCD-3E54-4E39-B06B-A0385A06C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5382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55C53-7C25-4D2B-B1FC-6CBD773F9CA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3ABCD-3E54-4E39-B06B-A0385A06C422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79205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55C53-7C25-4D2B-B1FC-6CBD773F9CA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3ABCD-3E54-4E39-B06B-A0385A06C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2966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55C53-7C25-4D2B-B1FC-6CBD773F9CA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3ABCD-3E54-4E39-B06B-A0385A06C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1226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55C53-7C25-4D2B-B1FC-6CBD773F9CA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3ABCD-3E54-4E39-B06B-A0385A06C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371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E55C53-7C25-4D2B-B1FC-6CBD773F9CA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9D3ABCD-3E54-4E39-B06B-A0385A06C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010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7E435-531F-1397-6125-6945809E5C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782698"/>
            <a:ext cx="7766936" cy="1646302"/>
          </a:xfrm>
        </p:spPr>
        <p:txBody>
          <a:bodyPr/>
          <a:lstStyle/>
          <a:p>
            <a:pPr algn="ctr"/>
            <a:r>
              <a:rPr lang="en-US" sz="4400" dirty="0"/>
              <a:t>Milestone 3: Prayer Notebook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7E9A30-F801-F697-B56D-660290AD3F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dirty="0"/>
              <a:t>Building a RESTful API with Node.js, Express, and MySQL </a:t>
            </a:r>
          </a:p>
        </p:txBody>
      </p:sp>
    </p:spTree>
    <p:extLst>
      <p:ext uri="{BB962C8B-B14F-4D97-AF65-F5344CB8AC3E}">
        <p14:creationId xmlns:p14="http://schemas.microsoft.com/office/powerpoint/2010/main" val="1372282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CD10A-70CE-A0A2-CC6B-3CCE1FBA6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FD5FC-393D-71B6-E6DD-CA28E16F77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Technology Stack:</a:t>
            </a:r>
            <a:r>
              <a:rPr lang="en-US" dirty="0"/>
              <a:t> </a:t>
            </a:r>
          </a:p>
          <a:p>
            <a:r>
              <a:rPr lang="en-US" dirty="0"/>
              <a:t>Node.js - JavaScript runtime</a:t>
            </a:r>
          </a:p>
          <a:p>
            <a:r>
              <a:rPr lang="en-US" dirty="0"/>
              <a:t>Express - Web framework</a:t>
            </a:r>
          </a:p>
          <a:p>
            <a:r>
              <a:rPr lang="en-US" dirty="0"/>
              <a:t>TypeScript - Type-safe coding</a:t>
            </a:r>
          </a:p>
          <a:p>
            <a:r>
              <a:rPr lang="en-US" dirty="0"/>
              <a:t>MySQL - Database</a:t>
            </a:r>
          </a:p>
          <a:p>
            <a:r>
              <a:rPr lang="en-US" dirty="0"/>
              <a:t>Postman - API testing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A7CDD6-8D8B-8C18-7834-427D27FDEDB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What the API Does:</a:t>
            </a:r>
            <a:endParaRPr lang="en-US" dirty="0"/>
          </a:p>
          <a:p>
            <a:r>
              <a:rPr lang="en-US" dirty="0"/>
              <a:t>Manages prayer requests</a:t>
            </a:r>
          </a:p>
          <a:p>
            <a:r>
              <a:rPr lang="en-US" dirty="0"/>
              <a:t>Organizes prayers into categories</a:t>
            </a:r>
          </a:p>
          <a:p>
            <a:r>
              <a:rPr lang="en-US" dirty="0"/>
              <a:t>Tracks answered prayers</a:t>
            </a:r>
          </a:p>
          <a:p>
            <a:r>
              <a:rPr lang="en-US" dirty="0"/>
              <a:t>Supports full CRUD operations (Create, Read, Update, Delete)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160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14457-5530-8D8F-74C9-2FE403B0D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API Endpoints Created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0BF25-416F-6578-8EA3-D79ADA9F1A6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Prayer Endpoints </a:t>
            </a:r>
            <a:endParaRPr lang="en-US" dirty="0"/>
          </a:p>
          <a:p>
            <a:r>
              <a:rPr lang="en-US" dirty="0"/>
              <a:t>GET all prayers</a:t>
            </a:r>
          </a:p>
          <a:p>
            <a:r>
              <a:rPr lang="en-US" dirty="0"/>
              <a:t>GET prayer by ID</a:t>
            </a:r>
          </a:p>
          <a:p>
            <a:r>
              <a:rPr lang="en-US" dirty="0"/>
              <a:t>GET prayers by category</a:t>
            </a:r>
          </a:p>
          <a:p>
            <a:r>
              <a:rPr lang="en-US" dirty="0"/>
              <a:t>GET answered prayers</a:t>
            </a:r>
          </a:p>
          <a:p>
            <a:r>
              <a:rPr lang="en-US" dirty="0"/>
              <a:t>Search prayers by keyword</a:t>
            </a:r>
          </a:p>
          <a:p>
            <a:r>
              <a:rPr lang="en-US" dirty="0"/>
              <a:t>CREATE new prayer</a:t>
            </a:r>
          </a:p>
          <a:p>
            <a:r>
              <a:rPr lang="en-US" dirty="0"/>
              <a:t>UPDATE prayer</a:t>
            </a:r>
          </a:p>
          <a:p>
            <a:r>
              <a:rPr lang="en-US" dirty="0"/>
              <a:t>MARK prayer as answered</a:t>
            </a:r>
          </a:p>
          <a:p>
            <a:r>
              <a:rPr lang="en-US" dirty="0"/>
              <a:t>DELETE prayer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822953-0A0F-581E-AD0B-BD20E209585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Category Endpoints</a:t>
            </a:r>
            <a:endParaRPr lang="en-US" dirty="0"/>
          </a:p>
          <a:p>
            <a:r>
              <a:rPr lang="en-US" dirty="0"/>
              <a:t>GET all categories</a:t>
            </a:r>
          </a:p>
          <a:p>
            <a:r>
              <a:rPr lang="en-US" dirty="0"/>
              <a:t>GET category by ID</a:t>
            </a:r>
          </a:p>
          <a:p>
            <a:r>
              <a:rPr lang="en-US" dirty="0"/>
              <a:t>CREATE category</a:t>
            </a:r>
          </a:p>
          <a:p>
            <a:r>
              <a:rPr lang="en-US" dirty="0"/>
              <a:t>UPDATE category</a:t>
            </a:r>
          </a:p>
          <a:p>
            <a:r>
              <a:rPr lang="en-US" dirty="0"/>
              <a:t>DELETE category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6646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34648-BCB9-4EF8-9AA9-C588F8DE1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Encountered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4A5FF-C843-EC92-91A0-B0D170927E5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1: TypeScript Type Errors</a:t>
            </a:r>
            <a:endParaRPr lang="en-US" dirty="0"/>
          </a:p>
          <a:p>
            <a:r>
              <a:rPr lang="en-US" b="1" dirty="0"/>
              <a:t>Problem:</a:t>
            </a:r>
            <a:r>
              <a:rPr lang="en-US" dirty="0"/>
              <a:t> Red underlines on </a:t>
            </a:r>
            <a:r>
              <a:rPr lang="en-US" b="1" dirty="0"/>
              <a:t>req.params.id </a:t>
            </a:r>
            <a:r>
              <a:rPr lang="en-US" dirty="0"/>
              <a:t>and </a:t>
            </a:r>
            <a:r>
              <a:rPr lang="en-US" b="1" dirty="0" err="1"/>
              <a:t>req.query.userId</a:t>
            </a:r>
            <a:endParaRPr lang="en-US" b="1" dirty="0"/>
          </a:p>
          <a:p>
            <a:r>
              <a:rPr lang="en-US" b="1" dirty="0"/>
              <a:t>Why:</a:t>
            </a:r>
            <a:r>
              <a:rPr lang="en-US" dirty="0"/>
              <a:t> TypeScript did not know these would be strings </a:t>
            </a:r>
          </a:p>
          <a:p>
            <a:r>
              <a:rPr lang="en-US" b="1" dirty="0"/>
              <a:t>Solution:</a:t>
            </a:r>
            <a:r>
              <a:rPr lang="en-US" dirty="0"/>
              <a:t> Added as string type assertions</a:t>
            </a:r>
          </a:p>
          <a:p>
            <a:r>
              <a:rPr lang="en-US" dirty="0" err="1"/>
              <a:t>parseInt</a:t>
            </a:r>
            <a:r>
              <a:rPr lang="en-US" dirty="0"/>
              <a:t>(req.params.id </a:t>
            </a:r>
            <a:r>
              <a:rPr lang="en-US" b="1" dirty="0"/>
              <a:t>as string</a:t>
            </a:r>
            <a:r>
              <a:rPr lang="en-US" dirty="0"/>
              <a:t>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093C5F-98AE-8A82-31FE-22D600458C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9969" y="2160589"/>
            <a:ext cx="4763157" cy="3363133"/>
          </a:xfrm>
        </p:spPr>
        <p:txBody>
          <a:bodyPr>
            <a:normAutofit/>
          </a:bodyPr>
          <a:lstStyle/>
          <a:p>
            <a:r>
              <a:rPr lang="en-US" b="1" dirty="0"/>
              <a:t>2: Database Connection Issues</a:t>
            </a:r>
            <a:endParaRPr lang="en-US" dirty="0"/>
          </a:p>
          <a:p>
            <a:r>
              <a:rPr lang="en-US" b="1" dirty="0"/>
              <a:t>Problem:</a:t>
            </a:r>
            <a:r>
              <a:rPr lang="en-US" dirty="0"/>
              <a:t> Connection pool errors during development</a:t>
            </a:r>
          </a:p>
          <a:p>
            <a:r>
              <a:rPr lang="en-US" b="1" dirty="0"/>
              <a:t>Why:</a:t>
            </a:r>
            <a:r>
              <a:rPr lang="en-US" dirty="0"/>
              <a:t> Forgot to initialize MySQL connector before routes</a:t>
            </a:r>
          </a:p>
          <a:p>
            <a:r>
              <a:rPr lang="en-US" b="1" dirty="0"/>
              <a:t>Solution:</a:t>
            </a:r>
            <a:r>
              <a:rPr lang="en-US" dirty="0"/>
              <a:t> Call </a:t>
            </a:r>
            <a:r>
              <a:rPr lang="en-US" dirty="0" err="1"/>
              <a:t>initializeMySqlConnector</a:t>
            </a:r>
            <a:r>
              <a:rPr lang="en-US" dirty="0"/>
              <a:t>() before setting up routes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843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9791F-3A07-132E-A787-FF3740A12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Categories Table in MySQL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0845B-A0C3-82BA-D619-B3C01BA64C7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3 categories created: </a:t>
            </a:r>
          </a:p>
          <a:p>
            <a:r>
              <a:rPr lang="en-US" dirty="0"/>
              <a:t>Family (blue: #3B82F6)</a:t>
            </a:r>
          </a:p>
          <a:p>
            <a:r>
              <a:rPr lang="en-US" dirty="0"/>
              <a:t>Health (green: #10B981)</a:t>
            </a:r>
          </a:p>
          <a:p>
            <a:r>
              <a:rPr lang="en-US" dirty="0"/>
              <a:t>Work (orange: #F59E0B)</a:t>
            </a:r>
          </a:p>
          <a:p>
            <a:r>
              <a:rPr lang="en-US" dirty="0"/>
              <a:t>Each category linked to </a:t>
            </a:r>
            <a:r>
              <a:rPr lang="en-US" dirty="0" err="1"/>
              <a:t>user_id</a:t>
            </a:r>
            <a:r>
              <a:rPr lang="en-US" dirty="0"/>
              <a:t> 1</a:t>
            </a:r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5D7BBCB-D45E-E3AB-89B9-ED4F2CFC424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1529" y="1930400"/>
            <a:ext cx="5944409" cy="353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049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7913-F33A-FA8C-586E-ABE671F72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Users Table in MySQL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4CDDB-B511-FC0B-203A-03918AA8786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Why This Matters:</a:t>
            </a:r>
            <a:endParaRPr lang="en-US" dirty="0"/>
          </a:p>
          <a:p>
            <a:r>
              <a:rPr lang="en-US" dirty="0"/>
              <a:t>All prayers and categories are linked to this user (</a:t>
            </a:r>
            <a:r>
              <a:rPr lang="en-US" dirty="0" err="1"/>
              <a:t>user_id</a:t>
            </a:r>
            <a:r>
              <a:rPr lang="en-US" dirty="0"/>
              <a:t> = 1)</a:t>
            </a:r>
          </a:p>
          <a:p>
            <a:r>
              <a:rPr lang="en-US" dirty="0"/>
              <a:t>Foreign key relationships ensure data integrity</a:t>
            </a:r>
          </a:p>
          <a:p>
            <a:r>
              <a:rPr lang="en-US" dirty="0"/>
              <a:t>Users can only access their own prayers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BDA2945-AE4A-0086-D4A3-0CFE2B5F3D7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653" y="1930400"/>
            <a:ext cx="6425141" cy="296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348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CDF98-B786-27CE-3546-4524302DA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Pending Bugs and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8BBF6-37DD-A22F-003B-C6028DF464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1. Authentication System </a:t>
            </a:r>
          </a:p>
          <a:p>
            <a:r>
              <a:rPr lang="en-US" dirty="0"/>
              <a:t>Users must    manually pass </a:t>
            </a:r>
            <a:r>
              <a:rPr lang="en-US" dirty="0" err="1"/>
              <a:t>userId</a:t>
            </a:r>
            <a:r>
              <a:rPr lang="en-US" dirty="0"/>
              <a:t> in every request</a:t>
            </a:r>
          </a:p>
          <a:p>
            <a:r>
              <a:rPr lang="en-US" b="1" dirty="0"/>
              <a:t> Risk:</a:t>
            </a:r>
            <a:r>
              <a:rPr lang="en-US" dirty="0"/>
              <a:t> Anyone can access any user's prayers if they </a:t>
            </a:r>
            <a:r>
              <a:rPr lang="en-US"/>
              <a:t>know the </a:t>
            </a:r>
            <a:r>
              <a:rPr lang="en-US" dirty="0" err="1"/>
              <a:t>userId</a:t>
            </a:r>
            <a:endParaRPr lang="en-US" dirty="0"/>
          </a:p>
          <a:p>
            <a:r>
              <a:rPr lang="en-US" b="1" dirty="0"/>
              <a:t> Fix Needed:</a:t>
            </a:r>
            <a:r>
              <a:rPr lang="en-US" dirty="0"/>
              <a:t> Implement JWT tokens or session authentication</a:t>
            </a:r>
          </a:p>
          <a:p>
            <a:pPr marL="0" indent="0">
              <a:buNone/>
            </a:pPr>
            <a:r>
              <a:rPr lang="en-US" b="1" dirty="0"/>
              <a:t>2. No Request Logging </a:t>
            </a:r>
          </a:p>
          <a:p>
            <a:r>
              <a:rPr lang="en-US" dirty="0"/>
              <a:t>Only using console.log() for debugging</a:t>
            </a:r>
          </a:p>
          <a:p>
            <a:r>
              <a:rPr lang="en-US" b="1" dirty="0"/>
              <a:t>Problem:</a:t>
            </a:r>
            <a:r>
              <a:rPr lang="en-US" dirty="0"/>
              <a:t> Logs disappear when server restarts</a:t>
            </a:r>
          </a:p>
          <a:p>
            <a:r>
              <a:rPr lang="en-US" b="1" dirty="0"/>
              <a:t>Fix Needed:</a:t>
            </a:r>
            <a:r>
              <a:rPr lang="en-US" dirty="0"/>
              <a:t> Add Winston or Morgan logging libraries</a:t>
            </a:r>
          </a:p>
          <a:p>
            <a:r>
              <a:rPr lang="en-US" b="1" dirty="0"/>
              <a:t>Benefit:</a:t>
            </a:r>
            <a:r>
              <a:rPr lang="en-US" dirty="0"/>
              <a:t> Save all API requests to files for debugging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5DFFF4-C92F-6413-B372-A0B932E9FC6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3. No Rate Limiting </a:t>
            </a:r>
          </a:p>
          <a:p>
            <a:r>
              <a:rPr lang="en-US" dirty="0"/>
              <a:t>No protection against spam requests</a:t>
            </a:r>
          </a:p>
          <a:p>
            <a:r>
              <a:rPr lang="en-US" b="1" dirty="0"/>
              <a:t>Risk:</a:t>
            </a:r>
            <a:r>
              <a:rPr lang="en-US" dirty="0"/>
              <a:t> Someone could flood the API with requests</a:t>
            </a:r>
          </a:p>
          <a:p>
            <a:r>
              <a:rPr lang="en-US" b="1" dirty="0"/>
              <a:t>Fix Needed:</a:t>
            </a:r>
            <a:r>
              <a:rPr lang="en-US" dirty="0"/>
              <a:t> Add express-rate-limit middleware</a:t>
            </a:r>
          </a:p>
          <a:p>
            <a:r>
              <a:rPr lang="en-US" b="1" dirty="0"/>
              <a:t>Example:</a:t>
            </a:r>
            <a:r>
              <a:rPr lang="en-US" dirty="0"/>
              <a:t> Limit to 100 requests per hour per user</a:t>
            </a:r>
          </a:p>
          <a:p>
            <a:pPr marL="0" indent="0">
              <a:buNone/>
            </a:pPr>
            <a:r>
              <a:rPr lang="en-US" b="1" dirty="0"/>
              <a:t>4. Passwords Not Hashed (HIGH PRIORITY)</a:t>
            </a:r>
            <a:endParaRPr lang="en-US" dirty="0"/>
          </a:p>
          <a:p>
            <a:r>
              <a:rPr lang="en-US" b="1" dirty="0"/>
              <a:t>Issue:</a:t>
            </a:r>
            <a:r>
              <a:rPr lang="en-US" dirty="0"/>
              <a:t> Storing plain text passwords in database</a:t>
            </a:r>
          </a:p>
          <a:p>
            <a:r>
              <a:rPr lang="en-US" b="1" dirty="0"/>
              <a:t>Risk:</a:t>
            </a:r>
            <a:r>
              <a:rPr lang="en-US" dirty="0"/>
              <a:t> Major security vulnerability</a:t>
            </a:r>
          </a:p>
          <a:p>
            <a:r>
              <a:rPr lang="en-US" b="1" dirty="0"/>
              <a:t>Fix Needed:</a:t>
            </a:r>
            <a:r>
              <a:rPr lang="en-US" dirty="0"/>
              <a:t> Use </a:t>
            </a:r>
            <a:r>
              <a:rPr lang="en-US" dirty="0" err="1"/>
              <a:t>bcrypt</a:t>
            </a:r>
            <a:r>
              <a:rPr lang="en-US" dirty="0"/>
              <a:t> to hash passwords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200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F6CCC-0A23-7262-D38F-4477AC717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Lessons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F0FA9-15D3-C5EB-794E-8B337EAE2EE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Planning Saves Time</a:t>
            </a:r>
            <a:endParaRPr lang="en-US" dirty="0"/>
          </a:p>
          <a:p>
            <a:r>
              <a:rPr lang="en-US" dirty="0"/>
              <a:t>Having the database design and API endpoints planned in Milestone 1 and 2 made coding much faster</a:t>
            </a:r>
          </a:p>
          <a:p>
            <a:r>
              <a:rPr lang="en-US" dirty="0"/>
              <a:t>Following the design document prevented mistakes and confusion</a:t>
            </a:r>
          </a:p>
          <a:p>
            <a:r>
              <a:rPr lang="en-US" dirty="0"/>
              <a:t>Lesson: Always design before coding.</a:t>
            </a:r>
          </a:p>
          <a:p>
            <a:pPr marL="0" indent="0">
              <a:buNone/>
            </a:pPr>
            <a:r>
              <a:rPr lang="en-US" b="1" dirty="0"/>
              <a:t>TypeScript Catches Errors Early</a:t>
            </a:r>
            <a:endParaRPr lang="en-US" dirty="0"/>
          </a:p>
          <a:p>
            <a:r>
              <a:rPr lang="en-US" dirty="0"/>
              <a:t>Type checking found bugs before running the code</a:t>
            </a:r>
          </a:p>
          <a:p>
            <a:r>
              <a:rPr lang="en-US" dirty="0"/>
              <a:t>Red underlines helped fix issues immediately</a:t>
            </a:r>
          </a:p>
          <a:p>
            <a:r>
              <a:rPr lang="en-US" dirty="0"/>
              <a:t>Lesson: Type safety is worth the extra effort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32D963-3D01-0A5A-89D7-C96657C2F2C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3. Testing is Essential</a:t>
            </a:r>
            <a:endParaRPr lang="en-US" dirty="0"/>
          </a:p>
          <a:p>
            <a:r>
              <a:rPr lang="en-US" dirty="0"/>
              <a:t>Testing each endpoint in Postman immediately after creating it caught problems fast</a:t>
            </a:r>
          </a:p>
          <a:p>
            <a:r>
              <a:rPr lang="en-US" dirty="0"/>
              <a:t>Verifying database changes prevented data corruption</a:t>
            </a:r>
          </a:p>
          <a:p>
            <a:r>
              <a:rPr lang="en-US" dirty="0"/>
              <a:t>Lesson: Test early and often</a:t>
            </a:r>
          </a:p>
          <a:p>
            <a:r>
              <a:rPr lang="en-US" b="1" dirty="0"/>
              <a:t>4. Code Organization Matters</a:t>
            </a:r>
            <a:endParaRPr lang="en-US" dirty="0"/>
          </a:p>
          <a:p>
            <a:r>
              <a:rPr lang="en-US" dirty="0"/>
              <a:t>Separating Models, DAOs, Controllers, and Routes made code easy to find and fix</a:t>
            </a:r>
          </a:p>
          <a:p>
            <a:r>
              <a:rPr lang="en-US" dirty="0"/>
              <a:t>Following MVC pattern kept everything organized</a:t>
            </a:r>
          </a:p>
          <a:p>
            <a:r>
              <a:rPr lang="en-US" dirty="0"/>
              <a:t>Lesson: Good structure makes maintenance easier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271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CB64D-519A-AB1F-4CF0-33DAD943D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3557"/>
            <a:ext cx="10515600" cy="858129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Summary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7BCF6-FADE-6F86-40E9-7C3533B4C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0203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Milestone 3 Achievements</a:t>
            </a:r>
          </a:p>
          <a:p>
            <a:r>
              <a:rPr lang="en-US" dirty="0"/>
              <a:t>Built complete backend REST API with 14 endpoints </a:t>
            </a:r>
          </a:p>
          <a:p>
            <a:r>
              <a:rPr lang="en-US" dirty="0"/>
              <a:t>Implemented full CRUD operations for prayers and categories</a:t>
            </a:r>
          </a:p>
          <a:p>
            <a:r>
              <a:rPr lang="en-US" dirty="0"/>
              <a:t>Created MySQL database with 3 related tables </a:t>
            </a:r>
          </a:p>
          <a:p>
            <a:r>
              <a:rPr lang="en-US" dirty="0"/>
              <a:t>Followed REST conventions (plural nouns, HTTP verbs, hierarchical URLs)</a:t>
            </a:r>
          </a:p>
          <a:p>
            <a:r>
              <a:rPr lang="en-US" dirty="0"/>
              <a:t>Used TypeScript for type safety </a:t>
            </a:r>
          </a:p>
          <a:p>
            <a:r>
              <a:rPr lang="en-US" dirty="0"/>
              <a:t> Organized code with MVC architecture </a:t>
            </a:r>
          </a:p>
          <a:p>
            <a:r>
              <a:rPr lang="en-US" dirty="0"/>
              <a:t>Tested all endpoints with Postman </a:t>
            </a:r>
          </a:p>
          <a:p>
            <a:r>
              <a:rPr lang="en-US" dirty="0"/>
              <a:t>Verified database changes with MySQL Workbench </a:t>
            </a:r>
          </a:p>
          <a:p>
            <a:r>
              <a:rPr lang="en-US" dirty="0"/>
              <a:t>Documented everything in README.md </a:t>
            </a:r>
          </a:p>
          <a:p>
            <a:r>
              <a:rPr lang="en-US" dirty="0"/>
              <a:t>Pushed code to GitHub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7566974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1579</TotalTime>
  <Words>624</Words>
  <Application>Microsoft Office PowerPoint</Application>
  <PresentationFormat>Widescreen</PresentationFormat>
  <Paragraphs>104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Trebuchet MS</vt:lpstr>
      <vt:lpstr>Wingdings 3</vt:lpstr>
      <vt:lpstr>Facet</vt:lpstr>
      <vt:lpstr>Milestone 3: Prayer Notebook</vt:lpstr>
      <vt:lpstr>Project Overview</vt:lpstr>
      <vt:lpstr>API Endpoints Created</vt:lpstr>
      <vt:lpstr>Challenges Encountered</vt:lpstr>
      <vt:lpstr>Categories Table in MySQL</vt:lpstr>
      <vt:lpstr>Users Table in MySQL</vt:lpstr>
      <vt:lpstr>Pending Bugs and Issues</vt:lpstr>
      <vt:lpstr>Lessons Learned</vt:lpstr>
      <vt:lpstr> 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SELINE BOWENS</dc:creator>
  <cp:lastModifiedBy>SELINE BOWENS</cp:lastModifiedBy>
  <cp:revision>2</cp:revision>
  <dcterms:created xsi:type="dcterms:W3CDTF">2026-02-13T12:17:33Z</dcterms:created>
  <dcterms:modified xsi:type="dcterms:W3CDTF">2026-02-16T04:36:11Z</dcterms:modified>
</cp:coreProperties>
</file>