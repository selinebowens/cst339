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8"/>
  </p:notesMasterIdLst>
  <p:sldIdLst>
    <p:sldId id="283" r:id="rId2"/>
    <p:sldId id="284" r:id="rId3"/>
    <p:sldId id="285"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259" r:id="rId19"/>
    <p:sldId id="260" r:id="rId20"/>
    <p:sldId id="302" r:id="rId21"/>
    <p:sldId id="262" r:id="rId22"/>
    <p:sldId id="306" r:id="rId23"/>
    <p:sldId id="307" r:id="rId24"/>
    <p:sldId id="308" r:id="rId25"/>
    <p:sldId id="309" r:id="rId26"/>
    <p:sldId id="304" r:id="rId2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E5A2C-1D43-41F7-820C-63326C75F5AE}" v="187" dt="2026-03-22T09:12:02.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2" d="100"/>
          <a:sy n="92" d="100"/>
        </p:scale>
        <p:origin x="67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INE BOWENS" userId="a2d93fef35549dd9" providerId="LiveId" clId="{90DB2DF4-022A-42B8-9068-DBD65068BF46}"/>
    <pc:docChg chg="undo redo custSel addSld delSld modSld sldOrd">
      <pc:chgData name="SELINE BOWENS" userId="a2d93fef35549dd9" providerId="LiveId" clId="{90DB2DF4-022A-42B8-9068-DBD65068BF46}" dt="2026-03-23T00:43:36.254" v="1922" actId="14100"/>
      <pc:docMkLst>
        <pc:docMk/>
      </pc:docMkLst>
      <pc:sldChg chg="delSp modSp add del mod setBg">
        <pc:chgData name="SELINE BOWENS" userId="a2d93fef35549dd9" providerId="LiveId" clId="{90DB2DF4-022A-42B8-9068-DBD65068BF46}" dt="2026-03-22T07:42:24.574" v="1611" actId="2711"/>
        <pc:sldMkLst>
          <pc:docMk/>
          <pc:sldMk cId="0" sldId="259"/>
        </pc:sldMkLst>
        <pc:spChg chg="mod">
          <ac:chgData name="SELINE BOWENS" userId="a2d93fef35549dd9" providerId="LiveId" clId="{90DB2DF4-022A-42B8-9068-DBD65068BF46}" dt="2026-03-22T07:39:21.532" v="1595" actId="207"/>
          <ac:spMkLst>
            <pc:docMk/>
            <pc:sldMk cId="0" sldId="259"/>
            <ac:spMk id="3" creationId="{00000000-0000-0000-0000-000000000000}"/>
          </ac:spMkLst>
        </pc:spChg>
        <pc:spChg chg="del">
          <ac:chgData name="SELINE BOWENS" userId="a2d93fef35549dd9" providerId="LiveId" clId="{90DB2DF4-022A-42B8-9068-DBD65068BF46}" dt="2026-03-22T03:34:04.331" v="727" actId="478"/>
          <ac:spMkLst>
            <pc:docMk/>
            <pc:sldMk cId="0" sldId="259"/>
            <ac:spMk id="4" creationId="{00000000-0000-0000-0000-000000000000}"/>
          </ac:spMkLst>
        </pc:spChg>
        <pc:spChg chg="mod">
          <ac:chgData name="SELINE BOWENS" userId="a2d93fef35549dd9" providerId="LiveId" clId="{90DB2DF4-022A-42B8-9068-DBD65068BF46}" dt="2026-03-22T07:39:33.343" v="1596" actId="2711"/>
          <ac:spMkLst>
            <pc:docMk/>
            <pc:sldMk cId="0" sldId="259"/>
            <ac:spMk id="7" creationId="{00000000-0000-0000-0000-000000000000}"/>
          </ac:spMkLst>
        </pc:spChg>
        <pc:spChg chg="mod">
          <ac:chgData name="SELINE BOWENS" userId="a2d93fef35549dd9" providerId="LiveId" clId="{90DB2DF4-022A-42B8-9068-DBD65068BF46}" dt="2026-03-22T07:39:50.082" v="1597" actId="2711"/>
          <ac:spMkLst>
            <pc:docMk/>
            <pc:sldMk cId="0" sldId="259"/>
            <ac:spMk id="8" creationId="{00000000-0000-0000-0000-000000000000}"/>
          </ac:spMkLst>
        </pc:spChg>
        <pc:spChg chg="mod">
          <ac:chgData name="SELINE BOWENS" userId="a2d93fef35549dd9" providerId="LiveId" clId="{90DB2DF4-022A-42B8-9068-DBD65068BF46}" dt="2026-03-22T07:40:43.785" v="1602" actId="2711"/>
          <ac:spMkLst>
            <pc:docMk/>
            <pc:sldMk cId="0" sldId="259"/>
            <ac:spMk id="10" creationId="{00000000-0000-0000-0000-000000000000}"/>
          </ac:spMkLst>
        </pc:spChg>
        <pc:spChg chg="mod">
          <ac:chgData name="SELINE BOWENS" userId="a2d93fef35549dd9" providerId="LiveId" clId="{90DB2DF4-022A-42B8-9068-DBD65068BF46}" dt="2026-03-22T07:40:53.348" v="1603" actId="2711"/>
          <ac:spMkLst>
            <pc:docMk/>
            <pc:sldMk cId="0" sldId="259"/>
            <ac:spMk id="12" creationId="{00000000-0000-0000-0000-000000000000}"/>
          </ac:spMkLst>
        </pc:spChg>
        <pc:spChg chg="mod">
          <ac:chgData name="SELINE BOWENS" userId="a2d93fef35549dd9" providerId="LiveId" clId="{90DB2DF4-022A-42B8-9068-DBD65068BF46}" dt="2026-03-22T07:41:01.583" v="1604" actId="2711"/>
          <ac:spMkLst>
            <pc:docMk/>
            <pc:sldMk cId="0" sldId="259"/>
            <ac:spMk id="14" creationId="{00000000-0000-0000-0000-000000000000}"/>
          </ac:spMkLst>
        </pc:spChg>
        <pc:spChg chg="mod">
          <ac:chgData name="SELINE BOWENS" userId="a2d93fef35549dd9" providerId="LiveId" clId="{90DB2DF4-022A-42B8-9068-DBD65068BF46}" dt="2026-03-22T07:41:13.585" v="1605" actId="2711"/>
          <ac:spMkLst>
            <pc:docMk/>
            <pc:sldMk cId="0" sldId="259"/>
            <ac:spMk id="16" creationId="{00000000-0000-0000-0000-000000000000}"/>
          </ac:spMkLst>
        </pc:spChg>
        <pc:spChg chg="mod">
          <ac:chgData name="SELINE BOWENS" userId="a2d93fef35549dd9" providerId="LiveId" clId="{90DB2DF4-022A-42B8-9068-DBD65068BF46}" dt="2026-03-22T07:40:19.181" v="1600" actId="2711"/>
          <ac:spMkLst>
            <pc:docMk/>
            <pc:sldMk cId="0" sldId="259"/>
            <ac:spMk id="21" creationId="{00000000-0000-0000-0000-000000000000}"/>
          </ac:spMkLst>
        </pc:spChg>
        <pc:spChg chg="mod">
          <ac:chgData name="SELINE BOWENS" userId="a2d93fef35549dd9" providerId="LiveId" clId="{90DB2DF4-022A-42B8-9068-DBD65068BF46}" dt="2026-03-22T07:39:58.191" v="1598" actId="2711"/>
          <ac:spMkLst>
            <pc:docMk/>
            <pc:sldMk cId="0" sldId="259"/>
            <ac:spMk id="22" creationId="{00000000-0000-0000-0000-000000000000}"/>
          </ac:spMkLst>
        </pc:spChg>
        <pc:spChg chg="mod">
          <ac:chgData name="SELINE BOWENS" userId="a2d93fef35549dd9" providerId="LiveId" clId="{90DB2DF4-022A-42B8-9068-DBD65068BF46}" dt="2026-03-22T07:41:25.898" v="1606" actId="2711"/>
          <ac:spMkLst>
            <pc:docMk/>
            <pc:sldMk cId="0" sldId="259"/>
            <ac:spMk id="24" creationId="{00000000-0000-0000-0000-000000000000}"/>
          </ac:spMkLst>
        </pc:spChg>
        <pc:spChg chg="mod">
          <ac:chgData name="SELINE BOWENS" userId="a2d93fef35549dd9" providerId="LiveId" clId="{90DB2DF4-022A-42B8-9068-DBD65068BF46}" dt="2026-03-22T07:41:36.583" v="1607" actId="2711"/>
          <ac:spMkLst>
            <pc:docMk/>
            <pc:sldMk cId="0" sldId="259"/>
            <ac:spMk id="26" creationId="{00000000-0000-0000-0000-000000000000}"/>
          </ac:spMkLst>
        </pc:spChg>
        <pc:spChg chg="mod">
          <ac:chgData name="SELINE BOWENS" userId="a2d93fef35549dd9" providerId="LiveId" clId="{90DB2DF4-022A-42B8-9068-DBD65068BF46}" dt="2026-03-22T07:41:45.653" v="1608" actId="2711"/>
          <ac:spMkLst>
            <pc:docMk/>
            <pc:sldMk cId="0" sldId="259"/>
            <ac:spMk id="28" creationId="{00000000-0000-0000-0000-000000000000}"/>
          </ac:spMkLst>
        </pc:spChg>
        <pc:spChg chg="mod">
          <ac:chgData name="SELINE BOWENS" userId="a2d93fef35549dd9" providerId="LiveId" clId="{90DB2DF4-022A-42B8-9068-DBD65068BF46}" dt="2026-03-22T07:40:30.671" v="1601" actId="2711"/>
          <ac:spMkLst>
            <pc:docMk/>
            <pc:sldMk cId="0" sldId="259"/>
            <ac:spMk id="33" creationId="{00000000-0000-0000-0000-000000000000}"/>
          </ac:spMkLst>
        </pc:spChg>
        <pc:spChg chg="mod">
          <ac:chgData name="SELINE BOWENS" userId="a2d93fef35549dd9" providerId="LiveId" clId="{90DB2DF4-022A-42B8-9068-DBD65068BF46}" dt="2026-03-22T07:40:10.110" v="1599" actId="2711"/>
          <ac:spMkLst>
            <pc:docMk/>
            <pc:sldMk cId="0" sldId="259"/>
            <ac:spMk id="34" creationId="{00000000-0000-0000-0000-000000000000}"/>
          </ac:spMkLst>
        </pc:spChg>
        <pc:spChg chg="mod">
          <ac:chgData name="SELINE BOWENS" userId="a2d93fef35549dd9" providerId="LiveId" clId="{90DB2DF4-022A-42B8-9068-DBD65068BF46}" dt="2026-03-22T07:41:58.529" v="1609" actId="2711"/>
          <ac:spMkLst>
            <pc:docMk/>
            <pc:sldMk cId="0" sldId="259"/>
            <ac:spMk id="36" creationId="{00000000-0000-0000-0000-000000000000}"/>
          </ac:spMkLst>
        </pc:spChg>
        <pc:spChg chg="mod">
          <ac:chgData name="SELINE BOWENS" userId="a2d93fef35549dd9" providerId="LiveId" clId="{90DB2DF4-022A-42B8-9068-DBD65068BF46}" dt="2026-03-22T07:42:08.980" v="1610" actId="2711"/>
          <ac:spMkLst>
            <pc:docMk/>
            <pc:sldMk cId="0" sldId="259"/>
            <ac:spMk id="38" creationId="{00000000-0000-0000-0000-000000000000}"/>
          </ac:spMkLst>
        </pc:spChg>
        <pc:spChg chg="mod">
          <ac:chgData name="SELINE BOWENS" userId="a2d93fef35549dd9" providerId="LiveId" clId="{90DB2DF4-022A-42B8-9068-DBD65068BF46}" dt="2026-03-22T07:42:24.574" v="1611" actId="2711"/>
          <ac:spMkLst>
            <pc:docMk/>
            <pc:sldMk cId="0" sldId="259"/>
            <ac:spMk id="40" creationId="{00000000-0000-0000-0000-000000000000}"/>
          </ac:spMkLst>
        </pc:spChg>
      </pc:sldChg>
      <pc:sldChg chg="addSp delSp modSp add del mod setBg chgLayout">
        <pc:chgData name="SELINE BOWENS" userId="a2d93fef35549dd9" providerId="LiveId" clId="{90DB2DF4-022A-42B8-9068-DBD65068BF46}" dt="2026-03-23T00:35:35.789" v="1911" actId="1076"/>
        <pc:sldMkLst>
          <pc:docMk/>
          <pc:sldMk cId="0" sldId="260"/>
        </pc:sldMkLst>
        <pc:spChg chg="mod">
          <ac:chgData name="SELINE BOWENS" userId="a2d93fef35549dd9" providerId="LiveId" clId="{90DB2DF4-022A-42B8-9068-DBD65068BF46}" dt="2026-03-22T07:43:08.278" v="1614" actId="2711"/>
          <ac:spMkLst>
            <pc:docMk/>
            <pc:sldMk cId="0" sldId="260"/>
            <ac:spMk id="3" creationId="{00000000-0000-0000-0000-000000000000}"/>
          </ac:spMkLst>
        </pc:spChg>
        <pc:spChg chg="del">
          <ac:chgData name="SELINE BOWENS" userId="a2d93fef35549dd9" providerId="LiveId" clId="{90DB2DF4-022A-42B8-9068-DBD65068BF46}" dt="2026-03-22T03:34:52.204" v="729" actId="478"/>
          <ac:spMkLst>
            <pc:docMk/>
            <pc:sldMk cId="0" sldId="260"/>
            <ac:spMk id="4" creationId="{00000000-0000-0000-0000-000000000000}"/>
          </ac:spMkLst>
        </pc:spChg>
        <pc:spChg chg="add del mod">
          <ac:chgData name="SELINE BOWENS" userId="a2d93fef35549dd9" providerId="LiveId" clId="{90DB2DF4-022A-42B8-9068-DBD65068BF46}" dt="2026-03-22T07:43:29.512" v="1617" actId="2711"/>
          <ac:spMkLst>
            <pc:docMk/>
            <pc:sldMk cId="0" sldId="260"/>
            <ac:spMk id="7" creationId="{00000000-0000-0000-0000-000000000000}"/>
          </ac:spMkLst>
        </pc:spChg>
        <pc:spChg chg="del mod">
          <ac:chgData name="SELINE BOWENS" userId="a2d93fef35549dd9" providerId="LiveId" clId="{90DB2DF4-022A-42B8-9068-DBD65068BF46}" dt="2026-03-22T03:32:12.387" v="719" actId="478"/>
          <ac:spMkLst>
            <pc:docMk/>
            <pc:sldMk cId="0" sldId="260"/>
            <ac:spMk id="10" creationId="{00000000-0000-0000-0000-000000000000}"/>
          </ac:spMkLst>
        </pc:spChg>
        <pc:spChg chg="mod">
          <ac:chgData name="SELINE BOWENS" userId="a2d93fef35549dd9" providerId="LiveId" clId="{90DB2DF4-022A-42B8-9068-DBD65068BF46}" dt="2026-03-23T00:35:35.789" v="1911" actId="1076"/>
          <ac:spMkLst>
            <pc:docMk/>
            <pc:sldMk cId="0" sldId="260"/>
            <ac:spMk id="12" creationId="{00000000-0000-0000-0000-000000000000}"/>
          </ac:spMkLst>
        </pc:spChg>
        <pc:spChg chg="del">
          <ac:chgData name="SELINE BOWENS" userId="a2d93fef35549dd9" providerId="LiveId" clId="{90DB2DF4-022A-42B8-9068-DBD65068BF46}" dt="2026-03-22T03:31:16.499" v="711" actId="478"/>
          <ac:spMkLst>
            <pc:docMk/>
            <pc:sldMk cId="0" sldId="260"/>
            <ac:spMk id="15" creationId="{00000000-0000-0000-0000-000000000000}"/>
          </ac:spMkLst>
        </pc:spChg>
        <pc:spChg chg="del mod">
          <ac:chgData name="SELINE BOWENS" userId="a2d93fef35549dd9" providerId="LiveId" clId="{90DB2DF4-022A-42B8-9068-DBD65068BF46}" dt="2026-03-22T03:35:43.098" v="734" actId="478"/>
          <ac:spMkLst>
            <pc:docMk/>
            <pc:sldMk cId="0" sldId="260"/>
            <ac:spMk id="17" creationId="{00000000-0000-0000-0000-000000000000}"/>
          </ac:spMkLst>
        </pc:spChg>
        <pc:spChg chg="del">
          <ac:chgData name="SELINE BOWENS" userId="a2d93fef35549dd9" providerId="LiveId" clId="{90DB2DF4-022A-42B8-9068-DBD65068BF46}" dt="2026-03-22T03:31:46.536" v="715" actId="478"/>
          <ac:spMkLst>
            <pc:docMk/>
            <pc:sldMk cId="0" sldId="260"/>
            <ac:spMk id="20" creationId="{00000000-0000-0000-0000-000000000000}"/>
          </ac:spMkLst>
        </pc:spChg>
        <pc:spChg chg="del mod">
          <ac:chgData name="SELINE BOWENS" userId="a2d93fef35549dd9" providerId="LiveId" clId="{90DB2DF4-022A-42B8-9068-DBD65068BF46}" dt="2026-03-22T03:36:53.808" v="744" actId="478"/>
          <ac:spMkLst>
            <pc:docMk/>
            <pc:sldMk cId="0" sldId="260"/>
            <ac:spMk id="22" creationId="{00000000-0000-0000-0000-000000000000}"/>
          </ac:spMkLst>
        </pc:spChg>
      </pc:sldChg>
      <pc:sldChg chg="delSp modSp add del mod setBg">
        <pc:chgData name="SELINE BOWENS" userId="a2d93fef35549dd9" providerId="LiveId" clId="{90DB2DF4-022A-42B8-9068-DBD65068BF46}" dt="2026-03-23T00:43:36.254" v="1922" actId="14100"/>
        <pc:sldMkLst>
          <pc:docMk/>
          <pc:sldMk cId="0" sldId="262"/>
        </pc:sldMkLst>
        <pc:spChg chg="mod">
          <ac:chgData name="SELINE BOWENS" userId="a2d93fef35549dd9" providerId="LiveId" clId="{90DB2DF4-022A-42B8-9068-DBD65068BF46}" dt="2026-03-22T06:09:37.913" v="1101" actId="2711"/>
          <ac:spMkLst>
            <pc:docMk/>
            <pc:sldMk cId="0" sldId="262"/>
            <ac:spMk id="3" creationId="{00000000-0000-0000-0000-000000000000}"/>
          </ac:spMkLst>
        </pc:spChg>
        <pc:spChg chg="del">
          <ac:chgData name="SELINE BOWENS" userId="a2d93fef35549dd9" providerId="LiveId" clId="{90DB2DF4-022A-42B8-9068-DBD65068BF46}" dt="2026-03-22T03:44:03.830" v="779" actId="478"/>
          <ac:spMkLst>
            <pc:docMk/>
            <pc:sldMk cId="0" sldId="262"/>
            <ac:spMk id="4" creationId="{00000000-0000-0000-0000-000000000000}"/>
          </ac:spMkLst>
        </pc:spChg>
        <pc:spChg chg="del mod">
          <ac:chgData name="SELINE BOWENS" userId="a2d93fef35549dd9" providerId="LiveId" clId="{90DB2DF4-022A-42B8-9068-DBD65068BF46}" dt="2026-03-22T03:45:08.367" v="787" actId="478"/>
          <ac:spMkLst>
            <pc:docMk/>
            <pc:sldMk cId="0" sldId="262"/>
            <ac:spMk id="5" creationId="{00000000-0000-0000-0000-000000000000}"/>
          </ac:spMkLst>
        </pc:spChg>
        <pc:spChg chg="del mod">
          <ac:chgData name="SELINE BOWENS" userId="a2d93fef35549dd9" providerId="LiveId" clId="{90DB2DF4-022A-42B8-9068-DBD65068BF46}" dt="2026-03-22T03:47:04.012" v="808" actId="478"/>
          <ac:spMkLst>
            <pc:docMk/>
            <pc:sldMk cId="0" sldId="262"/>
            <ac:spMk id="7" creationId="{00000000-0000-0000-0000-000000000000}"/>
          </ac:spMkLst>
        </pc:spChg>
        <pc:spChg chg="mod">
          <ac:chgData name="SELINE BOWENS" userId="a2d93fef35549dd9" providerId="LiveId" clId="{90DB2DF4-022A-42B8-9068-DBD65068BF46}" dt="2026-03-23T00:43:07.718" v="1915" actId="20577"/>
          <ac:spMkLst>
            <pc:docMk/>
            <pc:sldMk cId="0" sldId="262"/>
            <ac:spMk id="9" creationId="{00000000-0000-0000-0000-000000000000}"/>
          </ac:spMkLst>
        </pc:spChg>
        <pc:spChg chg="del mod">
          <ac:chgData name="SELINE BOWENS" userId="a2d93fef35549dd9" providerId="LiveId" clId="{90DB2DF4-022A-42B8-9068-DBD65068BF46}" dt="2026-03-22T03:45:19.615" v="791" actId="478"/>
          <ac:spMkLst>
            <pc:docMk/>
            <pc:sldMk cId="0" sldId="262"/>
            <ac:spMk id="10" creationId="{00000000-0000-0000-0000-000000000000}"/>
          </ac:spMkLst>
        </pc:spChg>
        <pc:spChg chg="del mod">
          <ac:chgData name="SELINE BOWENS" userId="a2d93fef35549dd9" providerId="LiveId" clId="{90DB2DF4-022A-42B8-9068-DBD65068BF46}" dt="2026-03-22T03:49:00.862" v="823" actId="478"/>
          <ac:spMkLst>
            <pc:docMk/>
            <pc:sldMk cId="0" sldId="262"/>
            <ac:spMk id="12" creationId="{00000000-0000-0000-0000-000000000000}"/>
          </ac:spMkLst>
        </pc:spChg>
        <pc:spChg chg="del mod">
          <ac:chgData name="SELINE BOWENS" userId="a2d93fef35549dd9" providerId="LiveId" clId="{90DB2DF4-022A-42B8-9068-DBD65068BF46}" dt="2026-03-22T03:48:56.553" v="822" actId="478"/>
          <ac:spMkLst>
            <pc:docMk/>
            <pc:sldMk cId="0" sldId="262"/>
            <ac:spMk id="14" creationId="{00000000-0000-0000-0000-000000000000}"/>
          </ac:spMkLst>
        </pc:spChg>
        <pc:spChg chg="del mod">
          <ac:chgData name="SELINE BOWENS" userId="a2d93fef35549dd9" providerId="LiveId" clId="{90DB2DF4-022A-42B8-9068-DBD65068BF46}" dt="2026-03-22T03:45:34.953" v="795" actId="478"/>
          <ac:spMkLst>
            <pc:docMk/>
            <pc:sldMk cId="0" sldId="262"/>
            <ac:spMk id="15" creationId="{00000000-0000-0000-0000-000000000000}"/>
          </ac:spMkLst>
        </pc:spChg>
        <pc:spChg chg="del mod">
          <ac:chgData name="SELINE BOWENS" userId="a2d93fef35549dd9" providerId="LiveId" clId="{90DB2DF4-022A-42B8-9068-DBD65068BF46}" dt="2026-03-22T03:49:32.654" v="826" actId="478"/>
          <ac:spMkLst>
            <pc:docMk/>
            <pc:sldMk cId="0" sldId="262"/>
            <ac:spMk id="17" creationId="{00000000-0000-0000-0000-000000000000}"/>
          </ac:spMkLst>
        </pc:spChg>
        <pc:spChg chg="mod">
          <ac:chgData name="SELINE BOWENS" userId="a2d93fef35549dd9" providerId="LiveId" clId="{90DB2DF4-022A-42B8-9068-DBD65068BF46}" dt="2026-03-23T00:43:36.254" v="1922" actId="14100"/>
          <ac:spMkLst>
            <pc:docMk/>
            <pc:sldMk cId="0" sldId="262"/>
            <ac:spMk id="19" creationId="{00000000-0000-0000-0000-000000000000}"/>
          </ac:spMkLst>
        </pc:spChg>
        <pc:spChg chg="del mod">
          <ac:chgData name="SELINE BOWENS" userId="a2d93fef35549dd9" providerId="LiveId" clId="{90DB2DF4-022A-42B8-9068-DBD65068BF46}" dt="2026-03-22T03:45:13.992" v="789" actId="478"/>
          <ac:spMkLst>
            <pc:docMk/>
            <pc:sldMk cId="0" sldId="262"/>
            <ac:spMk id="20" creationId="{00000000-0000-0000-0000-000000000000}"/>
          </ac:spMkLst>
        </pc:spChg>
        <pc:spChg chg="del mod">
          <ac:chgData name="SELINE BOWENS" userId="a2d93fef35549dd9" providerId="LiveId" clId="{90DB2DF4-022A-42B8-9068-DBD65068BF46}" dt="2026-03-22T03:51:01.079" v="837" actId="478"/>
          <ac:spMkLst>
            <pc:docMk/>
            <pc:sldMk cId="0" sldId="262"/>
            <ac:spMk id="22" creationId="{00000000-0000-0000-0000-000000000000}"/>
          </ac:spMkLst>
        </pc:spChg>
        <pc:spChg chg="del mod">
          <ac:chgData name="SELINE BOWENS" userId="a2d93fef35549dd9" providerId="LiveId" clId="{90DB2DF4-022A-42B8-9068-DBD65068BF46}" dt="2026-03-22T03:51:05.450" v="838" actId="478"/>
          <ac:spMkLst>
            <pc:docMk/>
            <pc:sldMk cId="0" sldId="262"/>
            <ac:spMk id="24" creationId="{00000000-0000-0000-0000-000000000000}"/>
          </ac:spMkLst>
        </pc:spChg>
        <pc:spChg chg="del mod">
          <ac:chgData name="SELINE BOWENS" userId="a2d93fef35549dd9" providerId="LiveId" clId="{90DB2DF4-022A-42B8-9068-DBD65068BF46}" dt="2026-03-22T03:45:29.599" v="793" actId="478"/>
          <ac:spMkLst>
            <pc:docMk/>
            <pc:sldMk cId="0" sldId="262"/>
            <ac:spMk id="25" creationId="{00000000-0000-0000-0000-000000000000}"/>
          </ac:spMkLst>
        </pc:spChg>
        <pc:spChg chg="del mod">
          <ac:chgData name="SELINE BOWENS" userId="a2d93fef35549dd9" providerId="LiveId" clId="{90DB2DF4-022A-42B8-9068-DBD65068BF46}" dt="2026-03-22T03:54:00.369" v="857" actId="478"/>
          <ac:spMkLst>
            <pc:docMk/>
            <pc:sldMk cId="0" sldId="262"/>
            <ac:spMk id="27" creationId="{00000000-0000-0000-0000-000000000000}"/>
          </ac:spMkLst>
        </pc:spChg>
        <pc:spChg chg="del mod">
          <ac:chgData name="SELINE BOWENS" userId="a2d93fef35549dd9" providerId="LiveId" clId="{90DB2DF4-022A-42B8-9068-DBD65068BF46}" dt="2026-03-22T03:54:03.993" v="858" actId="478"/>
          <ac:spMkLst>
            <pc:docMk/>
            <pc:sldMk cId="0" sldId="262"/>
            <ac:spMk id="29" creationId="{00000000-0000-0000-0000-000000000000}"/>
          </ac:spMkLst>
        </pc:spChg>
        <pc:spChg chg="del mod">
          <ac:chgData name="SELINE BOWENS" userId="a2d93fef35549dd9" providerId="LiveId" clId="{90DB2DF4-022A-42B8-9068-DBD65068BF46}" dt="2026-03-22T03:45:39.879" v="797" actId="478"/>
          <ac:spMkLst>
            <pc:docMk/>
            <pc:sldMk cId="0" sldId="262"/>
            <ac:spMk id="30" creationId="{00000000-0000-0000-0000-000000000000}"/>
          </ac:spMkLst>
        </pc:spChg>
        <pc:spChg chg="del mod">
          <ac:chgData name="SELINE BOWENS" userId="a2d93fef35549dd9" providerId="LiveId" clId="{90DB2DF4-022A-42B8-9068-DBD65068BF46}" dt="2026-03-22T03:53:52.109" v="855" actId="478"/>
          <ac:spMkLst>
            <pc:docMk/>
            <pc:sldMk cId="0" sldId="262"/>
            <ac:spMk id="32" creationId="{00000000-0000-0000-0000-000000000000}"/>
          </ac:spMkLst>
        </pc:spChg>
        <pc:spChg chg="del mod">
          <ac:chgData name="SELINE BOWENS" userId="a2d93fef35549dd9" providerId="LiveId" clId="{90DB2DF4-022A-42B8-9068-DBD65068BF46}" dt="2026-03-22T03:53:55.743" v="856" actId="478"/>
          <ac:spMkLst>
            <pc:docMk/>
            <pc:sldMk cId="0" sldId="262"/>
            <ac:spMk id="34" creationId="{00000000-0000-0000-0000-000000000000}"/>
          </ac:spMkLst>
        </pc:spChg>
      </pc:sldChg>
      <pc:sldChg chg="del">
        <pc:chgData name="SELINE BOWENS" userId="a2d93fef35549dd9" providerId="LiveId" clId="{90DB2DF4-022A-42B8-9068-DBD65068BF46}" dt="2026-03-22T02:50:21.626" v="556" actId="2696"/>
        <pc:sldMkLst>
          <pc:docMk/>
          <pc:sldMk cId="0" sldId="267"/>
        </pc:sldMkLst>
      </pc:sldChg>
      <pc:sldChg chg="del">
        <pc:chgData name="SELINE BOWENS" userId="a2d93fef35549dd9" providerId="LiveId" clId="{90DB2DF4-022A-42B8-9068-DBD65068BF46}" dt="2026-03-22T02:59:25.103" v="587" actId="2696"/>
        <pc:sldMkLst>
          <pc:docMk/>
          <pc:sldMk cId="0" sldId="268"/>
        </pc:sldMkLst>
      </pc:sldChg>
      <pc:sldChg chg="del">
        <pc:chgData name="SELINE BOWENS" userId="a2d93fef35549dd9" providerId="LiveId" clId="{90DB2DF4-022A-42B8-9068-DBD65068BF46}" dt="2026-03-22T03:02:54.126" v="602" actId="2696"/>
        <pc:sldMkLst>
          <pc:docMk/>
          <pc:sldMk cId="0" sldId="269"/>
        </pc:sldMkLst>
      </pc:sldChg>
      <pc:sldChg chg="del">
        <pc:chgData name="SELINE BOWENS" userId="a2d93fef35549dd9" providerId="LiveId" clId="{90DB2DF4-022A-42B8-9068-DBD65068BF46}" dt="2026-03-22T03:11:17.248" v="623" actId="2696"/>
        <pc:sldMkLst>
          <pc:docMk/>
          <pc:sldMk cId="0" sldId="270"/>
        </pc:sldMkLst>
      </pc:sldChg>
      <pc:sldChg chg="del">
        <pc:chgData name="SELINE BOWENS" userId="a2d93fef35549dd9" providerId="LiveId" clId="{90DB2DF4-022A-42B8-9068-DBD65068BF46}" dt="2026-03-22T03:18:11.632" v="665" actId="2696"/>
        <pc:sldMkLst>
          <pc:docMk/>
          <pc:sldMk cId="0" sldId="271"/>
        </pc:sldMkLst>
      </pc:sldChg>
      <pc:sldChg chg="del">
        <pc:chgData name="SELINE BOWENS" userId="a2d93fef35549dd9" providerId="LiveId" clId="{90DB2DF4-022A-42B8-9068-DBD65068BF46}" dt="2026-03-22T03:25:11.558" v="693" actId="2696"/>
        <pc:sldMkLst>
          <pc:docMk/>
          <pc:sldMk cId="0" sldId="272"/>
        </pc:sldMkLst>
      </pc:sldChg>
      <pc:sldChg chg="add del">
        <pc:chgData name="SELINE BOWENS" userId="a2d93fef35549dd9" providerId="LiveId" clId="{90DB2DF4-022A-42B8-9068-DBD65068BF46}" dt="2026-03-22T03:29:40.126" v="704" actId="2696"/>
        <pc:sldMkLst>
          <pc:docMk/>
          <pc:sldMk cId="0" sldId="273"/>
        </pc:sldMkLst>
      </pc:sldChg>
      <pc:sldChg chg="del">
        <pc:chgData name="SELINE BOWENS" userId="a2d93fef35549dd9" providerId="LiveId" clId="{90DB2DF4-022A-42B8-9068-DBD65068BF46}" dt="2026-03-22T03:38:31.885" v="753" actId="2696"/>
        <pc:sldMkLst>
          <pc:docMk/>
          <pc:sldMk cId="0" sldId="274"/>
        </pc:sldMkLst>
      </pc:sldChg>
      <pc:sldChg chg="del">
        <pc:chgData name="SELINE BOWENS" userId="a2d93fef35549dd9" providerId="LiveId" clId="{90DB2DF4-022A-42B8-9068-DBD65068BF46}" dt="2026-03-22T03:41:56.158" v="776" actId="2696"/>
        <pc:sldMkLst>
          <pc:docMk/>
          <pc:sldMk cId="0" sldId="275"/>
        </pc:sldMkLst>
      </pc:sldChg>
      <pc:sldChg chg="del">
        <pc:chgData name="SELINE BOWENS" userId="a2d93fef35549dd9" providerId="LiveId" clId="{90DB2DF4-022A-42B8-9068-DBD65068BF46}" dt="2026-03-22T03:57:21.358" v="882" actId="2696"/>
        <pc:sldMkLst>
          <pc:docMk/>
          <pc:sldMk cId="0" sldId="276"/>
        </pc:sldMkLst>
      </pc:sldChg>
      <pc:sldChg chg="del">
        <pc:chgData name="SELINE BOWENS" userId="a2d93fef35549dd9" providerId="LiveId" clId="{90DB2DF4-022A-42B8-9068-DBD65068BF46}" dt="2026-03-22T04:09:45.391" v="955" actId="2696"/>
        <pc:sldMkLst>
          <pc:docMk/>
          <pc:sldMk cId="0" sldId="277"/>
        </pc:sldMkLst>
      </pc:sldChg>
      <pc:sldChg chg="del">
        <pc:chgData name="SELINE BOWENS" userId="a2d93fef35549dd9" providerId="LiveId" clId="{90DB2DF4-022A-42B8-9068-DBD65068BF46}" dt="2026-03-22T05:55:57.676" v="968" actId="2696"/>
        <pc:sldMkLst>
          <pc:docMk/>
          <pc:sldMk cId="0" sldId="278"/>
        </pc:sldMkLst>
      </pc:sldChg>
      <pc:sldChg chg="del">
        <pc:chgData name="SELINE BOWENS" userId="a2d93fef35549dd9" providerId="LiveId" clId="{90DB2DF4-022A-42B8-9068-DBD65068BF46}" dt="2026-03-22T06:08:32.355" v="1096" actId="2696"/>
        <pc:sldMkLst>
          <pc:docMk/>
          <pc:sldMk cId="0" sldId="279"/>
        </pc:sldMkLst>
      </pc:sldChg>
      <pc:sldChg chg="del">
        <pc:chgData name="SELINE BOWENS" userId="a2d93fef35549dd9" providerId="LiveId" clId="{90DB2DF4-022A-42B8-9068-DBD65068BF46}" dt="2026-03-22T06:20:28.319" v="1181" actId="2696"/>
        <pc:sldMkLst>
          <pc:docMk/>
          <pc:sldMk cId="0" sldId="280"/>
        </pc:sldMkLst>
      </pc:sldChg>
      <pc:sldChg chg="del">
        <pc:chgData name="SELINE BOWENS" userId="a2d93fef35549dd9" providerId="LiveId" clId="{90DB2DF4-022A-42B8-9068-DBD65068BF46}" dt="2026-03-22T06:45:53.070" v="1253" actId="2696"/>
        <pc:sldMkLst>
          <pc:docMk/>
          <pc:sldMk cId="0" sldId="281"/>
        </pc:sldMkLst>
      </pc:sldChg>
      <pc:sldChg chg="del">
        <pc:chgData name="SELINE BOWENS" userId="a2d93fef35549dd9" providerId="LiveId" clId="{90DB2DF4-022A-42B8-9068-DBD65068BF46}" dt="2026-03-22T06:50:31.346" v="1284" actId="2696"/>
        <pc:sldMkLst>
          <pc:docMk/>
          <pc:sldMk cId="0" sldId="282"/>
        </pc:sldMkLst>
      </pc:sldChg>
      <pc:sldChg chg="addSp delSp modSp new mod setBg setClrOvrMap delDesignElem">
        <pc:chgData name="SELINE BOWENS" userId="a2d93fef35549dd9" providerId="LiveId" clId="{90DB2DF4-022A-42B8-9068-DBD65068BF46}" dt="2026-03-22T08:20:22.844" v="1874" actId="14100"/>
        <pc:sldMkLst>
          <pc:docMk/>
          <pc:sldMk cId="2728508071" sldId="283"/>
        </pc:sldMkLst>
        <pc:spChg chg="mod">
          <ac:chgData name="SELINE BOWENS" userId="a2d93fef35549dd9" providerId="LiveId" clId="{90DB2DF4-022A-42B8-9068-DBD65068BF46}" dt="2026-03-22T08:19:31.369" v="1867" actId="2711"/>
          <ac:spMkLst>
            <pc:docMk/>
            <pc:sldMk cId="2728508071" sldId="283"/>
            <ac:spMk id="2" creationId="{E2A1DABD-89D5-D537-8816-14A9A5969C72}"/>
          </ac:spMkLst>
        </pc:spChg>
        <pc:spChg chg="mod">
          <ac:chgData name="SELINE BOWENS" userId="a2d93fef35549dd9" providerId="LiveId" clId="{90DB2DF4-022A-42B8-9068-DBD65068BF46}" dt="2026-03-22T08:20:22.844" v="1874" actId="14100"/>
          <ac:spMkLst>
            <pc:docMk/>
            <pc:sldMk cId="2728508071" sldId="283"/>
            <ac:spMk id="3" creationId="{10F338DB-F25D-B506-F0B2-1C3A39118BAD}"/>
          </ac:spMkLst>
        </pc:spChg>
        <pc:spChg chg="add del">
          <ac:chgData name="SELINE BOWENS" userId="a2d93fef35549dd9" providerId="LiveId" clId="{90DB2DF4-022A-42B8-9068-DBD65068BF46}" dt="2026-03-22T07:07:14.695" v="1393"/>
          <ac:spMkLst>
            <pc:docMk/>
            <pc:sldMk cId="2728508071" sldId="283"/>
            <ac:spMk id="20" creationId="{A65AC7D1-EAA9-48F5-B509-60A7F50BF703}"/>
          </ac:spMkLst>
        </pc:spChg>
        <pc:spChg chg="add del">
          <ac:chgData name="SELINE BOWENS" userId="a2d93fef35549dd9" providerId="LiveId" clId="{90DB2DF4-022A-42B8-9068-DBD65068BF46}" dt="2026-03-22T07:07:14.695" v="1393"/>
          <ac:spMkLst>
            <pc:docMk/>
            <pc:sldMk cId="2728508071" sldId="283"/>
            <ac:spMk id="22" creationId="{D6320AF9-619A-4175-865B-5663E1AEF4C5}"/>
          </ac:spMkLst>
        </pc:spChg>
        <pc:spChg chg="add del">
          <ac:chgData name="SELINE BOWENS" userId="a2d93fef35549dd9" providerId="LiveId" clId="{90DB2DF4-022A-42B8-9068-DBD65068BF46}" dt="2026-03-22T07:07:14.695" v="1393"/>
          <ac:spMkLst>
            <pc:docMk/>
            <pc:sldMk cId="2728508071" sldId="283"/>
            <ac:spMk id="28" creationId="{7E018740-5C2B-4A41-AC1A-7E68D1EC1954}"/>
          </ac:spMkLst>
        </pc:spChg>
        <pc:spChg chg="add del">
          <ac:chgData name="SELINE BOWENS" userId="a2d93fef35549dd9" providerId="LiveId" clId="{90DB2DF4-022A-42B8-9068-DBD65068BF46}" dt="2026-03-22T07:07:14.695" v="1393"/>
          <ac:spMkLst>
            <pc:docMk/>
            <pc:sldMk cId="2728508071" sldId="283"/>
            <ac:spMk id="30" creationId="{166F75A4-C475-4941-8EE2-B80A06A2C1BB}"/>
          </ac:spMkLst>
        </pc:spChg>
        <pc:spChg chg="add del">
          <ac:chgData name="SELINE BOWENS" userId="a2d93fef35549dd9" providerId="LiveId" clId="{90DB2DF4-022A-42B8-9068-DBD65068BF46}" dt="2026-03-22T07:07:14.695" v="1393"/>
          <ac:spMkLst>
            <pc:docMk/>
            <pc:sldMk cId="2728508071" sldId="283"/>
            <ac:spMk id="32" creationId="{A032553A-72E8-4B0D-8405-FF9771C9AF05}"/>
          </ac:spMkLst>
        </pc:spChg>
        <pc:spChg chg="add del">
          <ac:chgData name="SELINE BOWENS" userId="a2d93fef35549dd9" providerId="LiveId" clId="{90DB2DF4-022A-42B8-9068-DBD65068BF46}" dt="2026-03-22T07:07:14.695" v="1393"/>
          <ac:spMkLst>
            <pc:docMk/>
            <pc:sldMk cId="2728508071" sldId="283"/>
            <ac:spMk id="34" creationId="{765800AC-C3B9-498E-87BC-29FAE4C76B21}"/>
          </ac:spMkLst>
        </pc:spChg>
        <pc:spChg chg="add del">
          <ac:chgData name="SELINE BOWENS" userId="a2d93fef35549dd9" providerId="LiveId" clId="{90DB2DF4-022A-42B8-9068-DBD65068BF46}" dt="2026-03-22T07:07:14.695" v="1393"/>
          <ac:spMkLst>
            <pc:docMk/>
            <pc:sldMk cId="2728508071" sldId="283"/>
            <ac:spMk id="36" creationId="{1F9D6ACB-2FF4-49F9-978A-E0D5327FC635}"/>
          </ac:spMkLst>
        </pc:spChg>
        <pc:spChg chg="add del">
          <ac:chgData name="SELINE BOWENS" userId="a2d93fef35549dd9" providerId="LiveId" clId="{90DB2DF4-022A-42B8-9068-DBD65068BF46}" dt="2026-03-22T07:07:14.695" v="1393"/>
          <ac:spMkLst>
            <pc:docMk/>
            <pc:sldMk cId="2728508071" sldId="283"/>
            <ac:spMk id="38" creationId="{142BFA2A-77A0-4F60-A32A-685681C84889}"/>
          </ac:spMkLst>
        </pc:spChg>
        <pc:grpChg chg="del">
          <ac:chgData name="SELINE BOWENS" userId="a2d93fef35549dd9" providerId="LiveId" clId="{90DB2DF4-022A-42B8-9068-DBD65068BF46}" dt="2026-03-22T07:07:14.695" v="1393"/>
          <ac:grpSpMkLst>
            <pc:docMk/>
            <pc:sldMk cId="2728508071" sldId="283"/>
            <ac:grpSpMk id="8" creationId="{09EA7EA7-74F5-4EE2-8E3D-1A10308259D7}"/>
          </ac:grpSpMkLst>
        </pc:grpChg>
        <pc:cxnChg chg="del">
          <ac:chgData name="SELINE BOWENS" userId="a2d93fef35549dd9" providerId="LiveId" clId="{90DB2DF4-022A-42B8-9068-DBD65068BF46}" dt="2026-03-22T07:07:14.695" v="1393"/>
          <ac:cxnSpMkLst>
            <pc:docMk/>
            <pc:sldMk cId="2728508071" sldId="283"/>
            <ac:cxnSpMk id="24" creationId="{063B6EC6-D752-4EE7-908B-F8F19E8C7FEA}"/>
          </ac:cxnSpMkLst>
        </pc:cxnChg>
      </pc:sldChg>
      <pc:sldChg chg="modSp new mod">
        <pc:chgData name="SELINE BOWENS" userId="a2d93fef35549dd9" providerId="LiveId" clId="{90DB2DF4-022A-42B8-9068-DBD65068BF46}" dt="2026-03-22T09:12:24.679" v="1878" actId="207"/>
        <pc:sldMkLst>
          <pc:docMk/>
          <pc:sldMk cId="2346160722" sldId="284"/>
        </pc:sldMkLst>
        <pc:spChg chg="mod">
          <ac:chgData name="SELINE BOWENS" userId="a2d93fef35549dd9" providerId="LiveId" clId="{90DB2DF4-022A-42B8-9068-DBD65068BF46}" dt="2026-03-22T08:16:35.168" v="1845" actId="2711"/>
          <ac:spMkLst>
            <pc:docMk/>
            <pc:sldMk cId="2346160722" sldId="284"/>
            <ac:spMk id="2" creationId="{4F716895-A505-6042-6F9E-F0F52153FBAC}"/>
          </ac:spMkLst>
        </pc:spChg>
        <pc:spChg chg="mod">
          <ac:chgData name="SELINE BOWENS" userId="a2d93fef35549dd9" providerId="LiveId" clId="{90DB2DF4-022A-42B8-9068-DBD65068BF46}" dt="2026-03-22T08:18:55.181" v="1863" actId="27636"/>
          <ac:spMkLst>
            <pc:docMk/>
            <pc:sldMk cId="2346160722" sldId="284"/>
            <ac:spMk id="3" creationId="{D645047A-B404-B86D-11D2-9FA4D140F464}"/>
          </ac:spMkLst>
        </pc:spChg>
        <pc:spChg chg="mod">
          <ac:chgData name="SELINE BOWENS" userId="a2d93fef35549dd9" providerId="LiveId" clId="{90DB2DF4-022A-42B8-9068-DBD65068BF46}" dt="2026-03-22T09:12:24.679" v="1878" actId="207"/>
          <ac:spMkLst>
            <pc:docMk/>
            <pc:sldMk cId="2346160722" sldId="284"/>
            <ac:spMk id="4" creationId="{003EBBE7-0DEC-B1D1-0AC7-4762703E88F4}"/>
          </ac:spMkLst>
        </pc:spChg>
      </pc:sldChg>
      <pc:sldChg chg="addSp delSp modSp new mod setBg addAnim setClrOvrMap delDesignElem">
        <pc:chgData name="SELINE BOWENS" userId="a2d93fef35549dd9" providerId="LiveId" clId="{90DB2DF4-022A-42B8-9068-DBD65068BF46}" dt="2026-03-22T08:16:14.496" v="1843" actId="2711"/>
        <pc:sldMkLst>
          <pc:docMk/>
          <pc:sldMk cId="3348988030" sldId="285"/>
        </pc:sldMkLst>
        <pc:spChg chg="mod ord">
          <ac:chgData name="SELINE BOWENS" userId="a2d93fef35549dd9" providerId="LiveId" clId="{90DB2DF4-022A-42B8-9068-DBD65068BF46}" dt="2026-03-22T08:15:57.579" v="1841" actId="255"/>
          <ac:spMkLst>
            <pc:docMk/>
            <pc:sldMk cId="3348988030" sldId="285"/>
            <ac:spMk id="2" creationId="{5A50BC12-5ECF-C570-C197-AE81629CE4A8}"/>
          </ac:spMkLst>
        </pc:spChg>
        <pc:spChg chg="mod">
          <ac:chgData name="SELINE BOWENS" userId="a2d93fef35549dd9" providerId="LiveId" clId="{90DB2DF4-022A-42B8-9068-DBD65068BF46}" dt="2026-03-22T08:16:14.496" v="1843" actId="2711"/>
          <ac:spMkLst>
            <pc:docMk/>
            <pc:sldMk cId="3348988030" sldId="285"/>
            <ac:spMk id="3" creationId="{6C3F8317-5C52-5920-35B2-8F88217FEEC1}"/>
          </ac:spMkLst>
        </pc:spChg>
        <pc:spChg chg="add">
          <ac:chgData name="SELINE BOWENS" userId="a2d93fef35549dd9" providerId="LiveId" clId="{90DB2DF4-022A-42B8-9068-DBD65068BF46}" dt="2026-03-22T06:52:16.893" v="1322" actId="26606"/>
          <ac:spMkLst>
            <pc:docMk/>
            <pc:sldMk cId="3348988030" sldId="285"/>
            <ac:spMk id="8" creationId="{9179DE42-5613-4B35-A1E6-6CCBAA13C743}"/>
          </ac:spMkLst>
        </pc:spChg>
        <pc:spChg chg="add del">
          <ac:chgData name="SELINE BOWENS" userId="a2d93fef35549dd9" providerId="LiveId" clId="{90DB2DF4-022A-42B8-9068-DBD65068BF46}" dt="2026-03-22T06:52:56.150" v="1327" actId="26606"/>
          <ac:spMkLst>
            <pc:docMk/>
            <pc:sldMk cId="3348988030" sldId="285"/>
            <ac:spMk id="14" creationId="{52FB45E9-914E-4471-AC87-E475CD51767D}"/>
          </ac:spMkLst>
        </pc:spChg>
        <pc:spChg chg="add del">
          <ac:chgData name="SELINE BOWENS" userId="a2d93fef35549dd9" providerId="LiveId" clId="{90DB2DF4-022A-42B8-9068-DBD65068BF46}" dt="2026-03-22T06:52:56.150" v="1327" actId="26606"/>
          <ac:spMkLst>
            <pc:docMk/>
            <pc:sldMk cId="3348988030" sldId="285"/>
            <ac:spMk id="16" creationId="{C310626D-5743-49D4-8F7D-88C4F8F05774}"/>
          </ac:spMkLst>
        </pc:spChg>
        <pc:spChg chg="add del">
          <ac:chgData name="SELINE BOWENS" userId="a2d93fef35549dd9" providerId="LiveId" clId="{90DB2DF4-022A-42B8-9068-DBD65068BF46}" dt="2026-03-22T06:52:56.150" v="1327" actId="26606"/>
          <ac:spMkLst>
            <pc:docMk/>
            <pc:sldMk cId="3348988030" sldId="285"/>
            <ac:spMk id="18" creationId="{3C195FC1-B568-4C72-9902-34CB35DDD7A1}"/>
          </ac:spMkLst>
        </pc:spChg>
        <pc:spChg chg="add del">
          <ac:chgData name="SELINE BOWENS" userId="a2d93fef35549dd9" providerId="LiveId" clId="{90DB2DF4-022A-42B8-9068-DBD65068BF46}" dt="2026-03-22T06:52:56.150" v="1327" actId="26606"/>
          <ac:spMkLst>
            <pc:docMk/>
            <pc:sldMk cId="3348988030" sldId="285"/>
            <ac:spMk id="20" creationId="{EF2BDF77-362C-43F0-8CBB-A969EC2AE0C4}"/>
          </ac:spMkLst>
        </pc:spChg>
        <pc:spChg chg="add del">
          <ac:chgData name="SELINE BOWENS" userId="a2d93fef35549dd9" providerId="LiveId" clId="{90DB2DF4-022A-42B8-9068-DBD65068BF46}" dt="2026-03-22T06:52:56.132" v="1326" actId="26606"/>
          <ac:spMkLst>
            <pc:docMk/>
            <pc:sldMk cId="3348988030" sldId="285"/>
            <ac:spMk id="22" creationId="{4BE96B01-3929-432D-B8C2-ADBCB74C2EF4}"/>
          </ac:spMkLst>
        </pc:spChg>
        <pc:spChg chg="add del">
          <ac:chgData name="SELINE BOWENS" userId="a2d93fef35549dd9" providerId="LiveId" clId="{90DB2DF4-022A-42B8-9068-DBD65068BF46}" dt="2026-03-22T06:52:56.150" v="1327" actId="26606"/>
          <ac:spMkLst>
            <pc:docMk/>
            <pc:sldMk cId="3348988030" sldId="285"/>
            <ac:spMk id="24" creationId="{2A6FCDE6-CDE2-4C51-B18E-A95CFB679714}"/>
          </ac:spMkLst>
        </pc:spChg>
        <pc:spChg chg="add">
          <ac:chgData name="SELINE BOWENS" userId="a2d93fef35549dd9" providerId="LiveId" clId="{90DB2DF4-022A-42B8-9068-DBD65068BF46}" dt="2026-03-22T06:52:16.893" v="1322" actId="26606"/>
          <ac:spMkLst>
            <pc:docMk/>
            <pc:sldMk cId="3348988030" sldId="285"/>
            <ac:spMk id="26" creationId="{9D2E8756-2465-473A-BA2A-2DB1D6224745}"/>
          </ac:spMkLst>
        </pc:spChg>
        <pc:spChg chg="add del">
          <ac:chgData name="SELINE BOWENS" userId="a2d93fef35549dd9" providerId="LiveId" clId="{90DB2DF4-022A-42B8-9068-DBD65068BF46}" dt="2026-03-22T06:53:49.803" v="1333" actId="26606"/>
          <ac:spMkLst>
            <pc:docMk/>
            <pc:sldMk cId="3348988030" sldId="285"/>
            <ac:spMk id="31" creationId="{9179DE42-5613-4B35-A1E6-6CCBAA13C743}"/>
          </ac:spMkLst>
        </pc:spChg>
        <pc:spChg chg="add del">
          <ac:chgData name="SELINE BOWENS" userId="a2d93fef35549dd9" providerId="LiveId" clId="{90DB2DF4-022A-42B8-9068-DBD65068BF46}" dt="2026-03-22T06:53:49.803" v="1333" actId="26606"/>
          <ac:spMkLst>
            <pc:docMk/>
            <pc:sldMk cId="3348988030" sldId="285"/>
            <ac:spMk id="37" creationId="{52FB45E9-914E-4471-AC87-E475CD51767D}"/>
          </ac:spMkLst>
        </pc:spChg>
        <pc:spChg chg="add del">
          <ac:chgData name="SELINE BOWENS" userId="a2d93fef35549dd9" providerId="LiveId" clId="{90DB2DF4-022A-42B8-9068-DBD65068BF46}" dt="2026-03-22T06:52:56.132" v="1326" actId="26606"/>
          <ac:spMkLst>
            <pc:docMk/>
            <pc:sldMk cId="3348988030" sldId="285"/>
            <ac:spMk id="38" creationId="{FC55298F-0AE5-478E-AD2B-03C2614C5833}"/>
          </ac:spMkLst>
        </pc:spChg>
        <pc:spChg chg="add del">
          <ac:chgData name="SELINE BOWENS" userId="a2d93fef35549dd9" providerId="LiveId" clId="{90DB2DF4-022A-42B8-9068-DBD65068BF46}" dt="2026-03-22T06:53:49.803" v="1333" actId="26606"/>
          <ac:spMkLst>
            <pc:docMk/>
            <pc:sldMk cId="3348988030" sldId="285"/>
            <ac:spMk id="39" creationId="{C310626D-5743-49D4-8F7D-88C4F8F05774}"/>
          </ac:spMkLst>
        </pc:spChg>
        <pc:spChg chg="add del">
          <ac:chgData name="SELINE BOWENS" userId="a2d93fef35549dd9" providerId="LiveId" clId="{90DB2DF4-022A-42B8-9068-DBD65068BF46}" dt="2026-03-22T06:52:56.132" v="1326" actId="26606"/>
          <ac:spMkLst>
            <pc:docMk/>
            <pc:sldMk cId="3348988030" sldId="285"/>
            <ac:spMk id="40" creationId="{C180E4EA-0B63-4779-A895-7E90E71088F3}"/>
          </ac:spMkLst>
        </pc:spChg>
        <pc:spChg chg="add del">
          <ac:chgData name="SELINE BOWENS" userId="a2d93fef35549dd9" providerId="LiveId" clId="{90DB2DF4-022A-42B8-9068-DBD65068BF46}" dt="2026-03-22T06:53:49.803" v="1333" actId="26606"/>
          <ac:spMkLst>
            <pc:docMk/>
            <pc:sldMk cId="3348988030" sldId="285"/>
            <ac:spMk id="41" creationId="{3C195FC1-B568-4C72-9902-34CB35DDD7A1}"/>
          </ac:spMkLst>
        </pc:spChg>
        <pc:spChg chg="add del">
          <ac:chgData name="SELINE BOWENS" userId="a2d93fef35549dd9" providerId="LiveId" clId="{90DB2DF4-022A-42B8-9068-DBD65068BF46}" dt="2026-03-22T06:52:56.132" v="1326" actId="26606"/>
          <ac:spMkLst>
            <pc:docMk/>
            <pc:sldMk cId="3348988030" sldId="285"/>
            <ac:spMk id="42" creationId="{CEE01D9D-3DE8-4EED-B0D3-8F3C79CC7673}"/>
          </ac:spMkLst>
        </pc:spChg>
        <pc:spChg chg="del">
          <ac:chgData name="SELINE BOWENS" userId="a2d93fef35549dd9" providerId="LiveId" clId="{90DB2DF4-022A-42B8-9068-DBD65068BF46}" dt="2026-03-22T06:53:49.803" v="1333" actId="26606"/>
          <ac:spMkLst>
            <pc:docMk/>
            <pc:sldMk cId="3348988030" sldId="285"/>
            <ac:spMk id="43" creationId="{EF2BDF77-362C-43F0-8CBB-A969EC2AE0C4}"/>
          </ac:spMkLst>
        </pc:spChg>
        <pc:spChg chg="add del">
          <ac:chgData name="SELINE BOWENS" userId="a2d93fef35549dd9" providerId="LiveId" clId="{90DB2DF4-022A-42B8-9068-DBD65068BF46}" dt="2026-03-22T06:53:49.803" v="1333" actId="26606"/>
          <ac:spMkLst>
            <pc:docMk/>
            <pc:sldMk cId="3348988030" sldId="285"/>
            <ac:spMk id="45" creationId="{4BE96B01-3929-432D-B8C2-ADBCB74C2EF4}"/>
          </ac:spMkLst>
        </pc:spChg>
        <pc:spChg chg="add del">
          <ac:chgData name="SELINE BOWENS" userId="a2d93fef35549dd9" providerId="LiveId" clId="{90DB2DF4-022A-42B8-9068-DBD65068BF46}" dt="2026-03-22T06:53:49.803" v="1333" actId="26606"/>
          <ac:spMkLst>
            <pc:docMk/>
            <pc:sldMk cId="3348988030" sldId="285"/>
            <ac:spMk id="47" creationId="{2A6FCDE6-CDE2-4C51-B18E-A95CFB679714}"/>
          </ac:spMkLst>
        </pc:spChg>
        <pc:spChg chg="add">
          <ac:chgData name="SELINE BOWENS" userId="a2d93fef35549dd9" providerId="LiveId" clId="{90DB2DF4-022A-42B8-9068-DBD65068BF46}" dt="2026-03-22T06:52:56.150" v="1327" actId="26606"/>
          <ac:spMkLst>
            <pc:docMk/>
            <pc:sldMk cId="3348988030" sldId="285"/>
            <ac:spMk id="49" creationId="{9D2E8756-2465-473A-BA2A-2DB1D6224745}"/>
          </ac:spMkLst>
        </pc:spChg>
        <pc:spChg chg="add del">
          <ac:chgData name="SELINE BOWENS" userId="a2d93fef35549dd9" providerId="LiveId" clId="{90DB2DF4-022A-42B8-9068-DBD65068BF46}" dt="2026-03-22T06:53:39.968" v="1330" actId="26606"/>
          <ac:spMkLst>
            <pc:docMk/>
            <pc:sldMk cId="3348988030" sldId="285"/>
            <ac:spMk id="54" creationId="{DD6BC9EB-F181-48AB-BCA2-3D1DB20D2D87}"/>
          </ac:spMkLst>
        </pc:spChg>
        <pc:spChg chg="add del">
          <ac:chgData name="SELINE BOWENS" userId="a2d93fef35549dd9" providerId="LiveId" clId="{90DB2DF4-022A-42B8-9068-DBD65068BF46}" dt="2026-03-22T06:53:39.968" v="1330" actId="26606"/>
          <ac:spMkLst>
            <pc:docMk/>
            <pc:sldMk cId="3348988030" sldId="285"/>
            <ac:spMk id="56" creationId="{D33AAA80-39DC-4020-9BFF-0718F35C7661}"/>
          </ac:spMkLst>
        </pc:spChg>
        <pc:spChg chg="add del">
          <ac:chgData name="SELINE BOWENS" userId="a2d93fef35549dd9" providerId="LiveId" clId="{90DB2DF4-022A-42B8-9068-DBD65068BF46}" dt="2026-03-22T06:53:49.792" v="1332" actId="26606"/>
          <ac:spMkLst>
            <pc:docMk/>
            <pc:sldMk cId="3348988030" sldId="285"/>
            <ac:spMk id="65" creationId="{2ED796EC-E7FF-46DB-B912-FB08BF12AA6E}"/>
          </ac:spMkLst>
        </pc:spChg>
        <pc:spChg chg="add del">
          <ac:chgData name="SELINE BOWENS" userId="a2d93fef35549dd9" providerId="LiveId" clId="{90DB2DF4-022A-42B8-9068-DBD65068BF46}" dt="2026-03-22T06:53:49.792" v="1332" actId="26606"/>
          <ac:spMkLst>
            <pc:docMk/>
            <pc:sldMk cId="3348988030" sldId="285"/>
            <ac:spMk id="67" creationId="{0819F787-32B4-46A8-BC57-C6571BCEE243}"/>
          </ac:spMkLst>
        </pc:spChg>
        <pc:spChg chg="add del">
          <ac:chgData name="SELINE BOWENS" userId="a2d93fef35549dd9" providerId="LiveId" clId="{90DB2DF4-022A-42B8-9068-DBD65068BF46}" dt="2026-03-22T07:07:14.695" v="1393"/>
          <ac:spMkLst>
            <pc:docMk/>
            <pc:sldMk cId="3348988030" sldId="285"/>
            <ac:spMk id="69" creationId="{9B8A5A16-7BE9-4AA1-9B5E-00FAFA5C8647}"/>
          </ac:spMkLst>
        </pc:spChg>
        <pc:grpChg chg="del">
          <ac:chgData name="SELINE BOWENS" userId="a2d93fef35549dd9" providerId="LiveId" clId="{90DB2DF4-022A-42B8-9068-DBD65068BF46}" dt="2026-03-22T07:07:14.695" v="1393"/>
          <ac:grpSpMkLst>
            <pc:docMk/>
            <pc:sldMk cId="3348988030" sldId="285"/>
            <ac:grpSpMk id="70" creationId="{C55D27F9-7623-4A6E-89FF-87E6C4E0D908}"/>
          </ac:grpSpMkLst>
        </pc:grpChg>
      </pc:sldChg>
      <pc:sldChg chg="modSp new mod">
        <pc:chgData name="SELINE BOWENS" userId="a2d93fef35549dd9" providerId="LiveId" clId="{90DB2DF4-022A-42B8-9068-DBD65068BF46}" dt="2026-03-22T08:13:28.489" v="1832" actId="207"/>
        <pc:sldMkLst>
          <pc:docMk/>
          <pc:sldMk cId="3791073784" sldId="286"/>
        </pc:sldMkLst>
        <pc:spChg chg="mod">
          <ac:chgData name="SELINE BOWENS" userId="a2d93fef35549dd9" providerId="LiveId" clId="{90DB2DF4-022A-42B8-9068-DBD65068BF46}" dt="2026-03-22T08:12:28.976" v="1819" actId="14100"/>
          <ac:spMkLst>
            <pc:docMk/>
            <pc:sldMk cId="3791073784" sldId="286"/>
            <ac:spMk id="2" creationId="{C7197D0F-185F-93A8-4A36-BD9BCBBDEBEC}"/>
          </ac:spMkLst>
        </pc:spChg>
        <pc:spChg chg="mod">
          <ac:chgData name="SELINE BOWENS" userId="a2d93fef35549dd9" providerId="LiveId" clId="{90DB2DF4-022A-42B8-9068-DBD65068BF46}" dt="2026-03-22T08:13:16.300" v="1830" actId="207"/>
          <ac:spMkLst>
            <pc:docMk/>
            <pc:sldMk cId="3791073784" sldId="286"/>
            <ac:spMk id="3" creationId="{FC3320F9-CBF4-0C26-C39D-DD0624171872}"/>
          </ac:spMkLst>
        </pc:spChg>
        <pc:spChg chg="mod">
          <ac:chgData name="SELINE BOWENS" userId="a2d93fef35549dd9" providerId="LiveId" clId="{90DB2DF4-022A-42B8-9068-DBD65068BF46}" dt="2026-03-22T08:13:28.489" v="1832" actId="207"/>
          <ac:spMkLst>
            <pc:docMk/>
            <pc:sldMk cId="3791073784" sldId="286"/>
            <ac:spMk id="4" creationId="{D294163E-66F0-0C16-A0AB-4A28FDEF7191}"/>
          </ac:spMkLst>
        </pc:spChg>
      </pc:sldChg>
      <pc:sldChg chg="modSp new mod">
        <pc:chgData name="SELINE BOWENS" userId="a2d93fef35549dd9" providerId="LiveId" clId="{90DB2DF4-022A-42B8-9068-DBD65068BF46}" dt="2026-03-22T08:12:05.950" v="1817" actId="207"/>
        <pc:sldMkLst>
          <pc:docMk/>
          <pc:sldMk cId="1892905355" sldId="287"/>
        </pc:sldMkLst>
        <pc:spChg chg="mod">
          <ac:chgData name="SELINE BOWENS" userId="a2d93fef35549dd9" providerId="LiveId" clId="{90DB2DF4-022A-42B8-9068-DBD65068BF46}" dt="2026-03-22T08:11:36.937" v="1810" actId="14100"/>
          <ac:spMkLst>
            <pc:docMk/>
            <pc:sldMk cId="1892905355" sldId="287"/>
            <ac:spMk id="2" creationId="{9C396080-1831-FB93-4572-D1F5F634CAF5}"/>
          </ac:spMkLst>
        </pc:spChg>
        <pc:spChg chg="mod">
          <ac:chgData name="SELINE BOWENS" userId="a2d93fef35549dd9" providerId="LiveId" clId="{90DB2DF4-022A-42B8-9068-DBD65068BF46}" dt="2026-03-22T08:11:42.661" v="1813" actId="27636"/>
          <ac:spMkLst>
            <pc:docMk/>
            <pc:sldMk cId="1892905355" sldId="287"/>
            <ac:spMk id="3" creationId="{53DDEDFF-3BE6-BFEF-61AC-792FB1EE61A8}"/>
          </ac:spMkLst>
        </pc:spChg>
        <pc:spChg chg="mod">
          <ac:chgData name="SELINE BOWENS" userId="a2d93fef35549dd9" providerId="LiveId" clId="{90DB2DF4-022A-42B8-9068-DBD65068BF46}" dt="2026-03-22T08:12:05.950" v="1817" actId="207"/>
          <ac:spMkLst>
            <pc:docMk/>
            <pc:sldMk cId="1892905355" sldId="287"/>
            <ac:spMk id="4" creationId="{7BB22B6D-6F2B-409F-F310-AD534676F9AF}"/>
          </ac:spMkLst>
        </pc:spChg>
      </pc:sldChg>
      <pc:sldChg chg="addSp delSp modSp new mod">
        <pc:chgData name="SELINE BOWENS" userId="a2d93fef35549dd9" providerId="LiveId" clId="{90DB2DF4-022A-42B8-9068-DBD65068BF46}" dt="2026-03-22T08:10:48.266" v="1803" actId="255"/>
        <pc:sldMkLst>
          <pc:docMk/>
          <pc:sldMk cId="2402367924" sldId="288"/>
        </pc:sldMkLst>
        <pc:spChg chg="mod">
          <ac:chgData name="SELINE BOWENS" userId="a2d93fef35549dd9" providerId="LiveId" clId="{90DB2DF4-022A-42B8-9068-DBD65068BF46}" dt="2026-03-22T08:09:29.447" v="1792" actId="2711"/>
          <ac:spMkLst>
            <pc:docMk/>
            <pc:sldMk cId="2402367924" sldId="288"/>
            <ac:spMk id="2" creationId="{6CAACD44-8CC5-1730-9DBB-762BCEDFC6D1}"/>
          </ac:spMkLst>
        </pc:spChg>
        <pc:spChg chg="mod">
          <ac:chgData name="SELINE BOWENS" userId="a2d93fef35549dd9" providerId="LiveId" clId="{90DB2DF4-022A-42B8-9068-DBD65068BF46}" dt="2026-03-22T08:10:28.958" v="1802" actId="14100"/>
          <ac:spMkLst>
            <pc:docMk/>
            <pc:sldMk cId="2402367924" sldId="288"/>
            <ac:spMk id="3" creationId="{8BD497C7-EC72-3BAD-5D26-767BE0938363}"/>
          </ac:spMkLst>
        </pc:spChg>
        <pc:spChg chg="add del mod">
          <ac:chgData name="SELINE BOWENS" userId="a2d93fef35549dd9" providerId="LiveId" clId="{90DB2DF4-022A-42B8-9068-DBD65068BF46}" dt="2026-03-22T08:10:48.266" v="1803" actId="255"/>
          <ac:spMkLst>
            <pc:docMk/>
            <pc:sldMk cId="2402367924" sldId="288"/>
            <ac:spMk id="4" creationId="{E50C5917-033D-418C-86BC-96F7DB9FC0CA}"/>
          </ac:spMkLst>
        </pc:spChg>
      </pc:sldChg>
      <pc:sldChg chg="modSp new mod">
        <pc:chgData name="SELINE BOWENS" userId="a2d93fef35549dd9" providerId="LiveId" clId="{90DB2DF4-022A-42B8-9068-DBD65068BF46}" dt="2026-03-22T23:28:00.278" v="1894" actId="207"/>
        <pc:sldMkLst>
          <pc:docMk/>
          <pc:sldMk cId="2195017351" sldId="289"/>
        </pc:sldMkLst>
        <pc:spChg chg="mod">
          <ac:chgData name="SELINE BOWENS" userId="a2d93fef35549dd9" providerId="LiveId" clId="{90DB2DF4-022A-42B8-9068-DBD65068BF46}" dt="2026-03-22T08:08:13.852" v="1785" actId="207"/>
          <ac:spMkLst>
            <pc:docMk/>
            <pc:sldMk cId="2195017351" sldId="289"/>
            <ac:spMk id="2" creationId="{292D4C2C-23EE-1452-0D81-B3DBB41F9427}"/>
          </ac:spMkLst>
        </pc:spChg>
        <pc:spChg chg="mod">
          <ac:chgData name="SELINE BOWENS" userId="a2d93fef35549dd9" providerId="LiveId" clId="{90DB2DF4-022A-42B8-9068-DBD65068BF46}" dt="2026-03-22T08:08:56.074" v="1789" actId="207"/>
          <ac:spMkLst>
            <pc:docMk/>
            <pc:sldMk cId="2195017351" sldId="289"/>
            <ac:spMk id="3" creationId="{7D075FB5-49F4-1242-540C-938D9BA086F8}"/>
          </ac:spMkLst>
        </pc:spChg>
        <pc:spChg chg="mod">
          <ac:chgData name="SELINE BOWENS" userId="a2d93fef35549dd9" providerId="LiveId" clId="{90DB2DF4-022A-42B8-9068-DBD65068BF46}" dt="2026-03-22T23:28:00.278" v="1894" actId="207"/>
          <ac:spMkLst>
            <pc:docMk/>
            <pc:sldMk cId="2195017351" sldId="289"/>
            <ac:spMk id="4" creationId="{D2C60689-938F-4135-7719-65E5FCD7159E}"/>
          </ac:spMkLst>
        </pc:spChg>
      </pc:sldChg>
      <pc:sldChg chg="modSp new mod">
        <pc:chgData name="SELINE BOWENS" userId="a2d93fef35549dd9" providerId="LiveId" clId="{90DB2DF4-022A-42B8-9068-DBD65068BF46}" dt="2026-03-22T08:07:33.579" v="1782" actId="207"/>
        <pc:sldMkLst>
          <pc:docMk/>
          <pc:sldMk cId="4142229460" sldId="290"/>
        </pc:sldMkLst>
        <pc:spChg chg="mod">
          <ac:chgData name="SELINE BOWENS" userId="a2d93fef35549dd9" providerId="LiveId" clId="{90DB2DF4-022A-42B8-9068-DBD65068BF46}" dt="2026-03-22T08:04:40.960" v="1758" actId="2711"/>
          <ac:spMkLst>
            <pc:docMk/>
            <pc:sldMk cId="4142229460" sldId="290"/>
            <ac:spMk id="2" creationId="{50CEC424-EB72-E1D2-2767-9F9E738AE064}"/>
          </ac:spMkLst>
        </pc:spChg>
        <pc:spChg chg="mod">
          <ac:chgData name="SELINE BOWENS" userId="a2d93fef35549dd9" providerId="LiveId" clId="{90DB2DF4-022A-42B8-9068-DBD65068BF46}" dt="2026-03-22T08:07:33.579" v="1782" actId="207"/>
          <ac:spMkLst>
            <pc:docMk/>
            <pc:sldMk cId="4142229460" sldId="290"/>
            <ac:spMk id="3" creationId="{EB85A7EE-6072-D561-6B66-FF14D486AFFF}"/>
          </ac:spMkLst>
        </pc:spChg>
        <pc:spChg chg="mod">
          <ac:chgData name="SELINE BOWENS" userId="a2d93fef35549dd9" providerId="LiveId" clId="{90DB2DF4-022A-42B8-9068-DBD65068BF46}" dt="2026-03-22T08:07:28.151" v="1781" actId="207"/>
          <ac:spMkLst>
            <pc:docMk/>
            <pc:sldMk cId="4142229460" sldId="290"/>
            <ac:spMk id="4" creationId="{12B8C65C-1FE1-76EE-3355-2CDF8F3BC0BD}"/>
          </ac:spMkLst>
        </pc:spChg>
      </pc:sldChg>
      <pc:sldChg chg="addSp delSp modSp new mod setBg">
        <pc:chgData name="SELINE BOWENS" userId="a2d93fef35549dd9" providerId="LiveId" clId="{90DB2DF4-022A-42B8-9068-DBD65068BF46}" dt="2026-03-22T08:04:27.247" v="1757" actId="255"/>
        <pc:sldMkLst>
          <pc:docMk/>
          <pc:sldMk cId="1923674616" sldId="291"/>
        </pc:sldMkLst>
        <pc:spChg chg="mod ord">
          <ac:chgData name="SELINE BOWENS" userId="a2d93fef35549dd9" providerId="LiveId" clId="{90DB2DF4-022A-42B8-9068-DBD65068BF46}" dt="2026-03-22T08:04:27.247" v="1757" actId="255"/>
          <ac:spMkLst>
            <pc:docMk/>
            <pc:sldMk cId="1923674616" sldId="291"/>
            <ac:spMk id="2" creationId="{062FA295-A9ED-3FDA-89E1-417A58905178}"/>
          </ac:spMkLst>
        </pc:spChg>
        <pc:spChg chg="mod">
          <ac:chgData name="SELINE BOWENS" userId="a2d93fef35549dd9" providerId="LiveId" clId="{90DB2DF4-022A-42B8-9068-DBD65068BF46}" dt="2026-03-22T08:04:12.757" v="1755" actId="207"/>
          <ac:spMkLst>
            <pc:docMk/>
            <pc:sldMk cId="1923674616" sldId="291"/>
            <ac:spMk id="3" creationId="{BFFAC224-6C0D-E501-8FE0-1BC23DC6FED9}"/>
          </ac:spMkLst>
        </pc:spChg>
        <pc:spChg chg="add del">
          <ac:chgData name="SELINE BOWENS" userId="a2d93fef35549dd9" providerId="LiveId" clId="{90DB2DF4-022A-42B8-9068-DBD65068BF46}" dt="2026-03-22T07:09:08.387" v="1403" actId="26606"/>
          <ac:spMkLst>
            <pc:docMk/>
            <pc:sldMk cId="1923674616" sldId="291"/>
            <ac:spMk id="21" creationId="{3BCB5F6A-9EB0-40B0-9D13-3023E9A20508}"/>
          </ac:spMkLst>
        </pc:spChg>
        <pc:spChg chg="add">
          <ac:chgData name="SELINE BOWENS" userId="a2d93fef35549dd9" providerId="LiveId" clId="{90DB2DF4-022A-42B8-9068-DBD65068BF46}" dt="2026-03-22T07:09:08.407" v="1404" actId="26606"/>
          <ac:spMkLst>
            <pc:docMk/>
            <pc:sldMk cId="1923674616" sldId="291"/>
            <ac:spMk id="22" creationId="{AF551D8B-3775-4477-88B7-7B7C350D34E4}"/>
          </ac:spMkLst>
        </pc:spChg>
        <pc:spChg chg="add">
          <ac:chgData name="SELINE BOWENS" userId="a2d93fef35549dd9" providerId="LiveId" clId="{90DB2DF4-022A-42B8-9068-DBD65068BF46}" dt="2026-03-22T07:09:08.407" v="1404" actId="26606"/>
          <ac:spMkLst>
            <pc:docMk/>
            <pc:sldMk cId="1923674616" sldId="291"/>
            <ac:spMk id="30" creationId="{9B445E02-D785-4565-B842-9567BBC09508}"/>
          </ac:spMkLst>
        </pc:spChg>
        <pc:spChg chg="add">
          <ac:chgData name="SELINE BOWENS" userId="a2d93fef35549dd9" providerId="LiveId" clId="{90DB2DF4-022A-42B8-9068-DBD65068BF46}" dt="2026-03-22T07:09:08.407" v="1404" actId="26606"/>
          <ac:spMkLst>
            <pc:docMk/>
            <pc:sldMk cId="1923674616" sldId="291"/>
            <ac:spMk id="32" creationId="{2C153736-D102-4F57-9DE7-615AFC02B0AC}"/>
          </ac:spMkLst>
        </pc:spChg>
        <pc:spChg chg="add">
          <ac:chgData name="SELINE BOWENS" userId="a2d93fef35549dd9" providerId="LiveId" clId="{90DB2DF4-022A-42B8-9068-DBD65068BF46}" dt="2026-03-22T07:09:08.407" v="1404" actId="26606"/>
          <ac:spMkLst>
            <pc:docMk/>
            <pc:sldMk cId="1923674616" sldId="291"/>
            <ac:spMk id="34" creationId="{BA407A52-66F4-4CDE-A726-FF79F3EC342D}"/>
          </ac:spMkLst>
        </pc:spChg>
        <pc:spChg chg="add">
          <ac:chgData name="SELINE BOWENS" userId="a2d93fef35549dd9" providerId="LiveId" clId="{90DB2DF4-022A-42B8-9068-DBD65068BF46}" dt="2026-03-22T07:09:08.407" v="1404" actId="26606"/>
          <ac:spMkLst>
            <pc:docMk/>
            <pc:sldMk cId="1923674616" sldId="291"/>
            <ac:spMk id="35" creationId="{C52ED567-06B3-4107-9773-BBB6BD78673C}"/>
          </ac:spMkLst>
        </pc:spChg>
        <pc:spChg chg="add">
          <ac:chgData name="SELINE BOWENS" userId="a2d93fef35549dd9" providerId="LiveId" clId="{90DB2DF4-022A-42B8-9068-DBD65068BF46}" dt="2026-03-22T07:09:08.407" v="1404" actId="26606"/>
          <ac:spMkLst>
            <pc:docMk/>
            <pc:sldMk cId="1923674616" sldId="291"/>
            <ac:spMk id="38" creationId="{205F7B13-ACB5-46BE-8070-0431266B183B}"/>
          </ac:spMkLst>
        </pc:spChg>
        <pc:spChg chg="add">
          <ac:chgData name="SELINE BOWENS" userId="a2d93fef35549dd9" providerId="LiveId" clId="{90DB2DF4-022A-42B8-9068-DBD65068BF46}" dt="2026-03-22T07:09:08.407" v="1404" actId="26606"/>
          <ac:spMkLst>
            <pc:docMk/>
            <pc:sldMk cId="1923674616" sldId="291"/>
            <ac:spMk id="40" creationId="{D52A0D23-45DD-4DF4-ADE6-A81F409BB9FB}"/>
          </ac:spMkLst>
        </pc:spChg>
        <pc:spChg chg="add">
          <ac:chgData name="SELINE BOWENS" userId="a2d93fef35549dd9" providerId="LiveId" clId="{90DB2DF4-022A-42B8-9068-DBD65068BF46}" dt="2026-03-22T07:09:08.407" v="1404" actId="26606"/>
          <ac:spMkLst>
            <pc:docMk/>
            <pc:sldMk cId="1923674616" sldId="291"/>
            <ac:spMk id="41" creationId="{BB934D2B-85E2-4375-94EE-B66C16BF7999}"/>
          </ac:spMkLst>
        </pc:spChg>
        <pc:grpChg chg="add del">
          <ac:chgData name="SELINE BOWENS" userId="a2d93fef35549dd9" providerId="LiveId" clId="{90DB2DF4-022A-42B8-9068-DBD65068BF46}" dt="2026-03-22T07:08:59.375" v="1401" actId="26606"/>
          <ac:grpSpMkLst>
            <pc:docMk/>
            <pc:sldMk cId="1923674616" sldId="291"/>
            <ac:grpSpMk id="8" creationId="{09EA7EA7-74F5-4EE2-8E3D-1A10308259D7}"/>
          </ac:grpSpMkLst>
        </pc:grpChg>
        <pc:grpChg chg="add del">
          <ac:chgData name="SELINE BOWENS" userId="a2d93fef35549dd9" providerId="LiveId" clId="{90DB2DF4-022A-42B8-9068-DBD65068BF46}" dt="2026-03-22T07:09:08.387" v="1403" actId="26606"/>
          <ac:grpSpMkLst>
            <pc:docMk/>
            <pc:sldMk cId="1923674616" sldId="291"/>
            <ac:grpSpMk id="9" creationId="{10BE40E3-5550-4CDD-B4FD-387C33EBF157}"/>
          </ac:grpSpMkLst>
        </pc:grpChg>
        <pc:picChg chg="add del">
          <ac:chgData name="SELINE BOWENS" userId="a2d93fef35549dd9" providerId="LiveId" clId="{90DB2DF4-022A-42B8-9068-DBD65068BF46}" dt="2026-03-22T07:09:08.387" v="1403" actId="26606"/>
          <ac:picMkLst>
            <pc:docMk/>
            <pc:sldMk cId="1923674616" sldId="291"/>
            <ac:picMk id="5" creationId="{DC2AE4D1-AA82-035E-0880-3B1EBB0B3A8A}"/>
          </ac:picMkLst>
        </pc:picChg>
        <pc:cxnChg chg="add del">
          <ac:chgData name="SELINE BOWENS" userId="a2d93fef35549dd9" providerId="LiveId" clId="{90DB2DF4-022A-42B8-9068-DBD65068BF46}" dt="2026-03-22T07:08:59.375" v="1401" actId="26606"/>
          <ac:cxnSpMkLst>
            <pc:docMk/>
            <pc:sldMk cId="1923674616" sldId="291"/>
            <ac:cxnSpMk id="20" creationId="{0B5F7E3B-C5F1-40E0-A491-558BAFBC1127}"/>
          </ac:cxnSpMkLst>
        </pc:cxnChg>
      </pc:sldChg>
      <pc:sldChg chg="addSp delSp modSp new mod setBg">
        <pc:chgData name="SELINE BOWENS" userId="a2d93fef35549dd9" providerId="LiveId" clId="{90DB2DF4-022A-42B8-9068-DBD65068BF46}" dt="2026-03-22T08:14:20.953" v="1835" actId="255"/>
        <pc:sldMkLst>
          <pc:docMk/>
          <pc:sldMk cId="307017591" sldId="292"/>
        </pc:sldMkLst>
        <pc:spChg chg="mod">
          <ac:chgData name="SELINE BOWENS" userId="a2d93fef35549dd9" providerId="LiveId" clId="{90DB2DF4-022A-42B8-9068-DBD65068BF46}" dt="2026-03-22T08:14:20.953" v="1835" actId="255"/>
          <ac:spMkLst>
            <pc:docMk/>
            <pc:sldMk cId="307017591" sldId="292"/>
            <ac:spMk id="2" creationId="{EBFD604B-DC6B-4209-BA4C-5F2A86276A73}"/>
          </ac:spMkLst>
        </pc:spChg>
        <pc:spChg chg="mod">
          <ac:chgData name="SELINE BOWENS" userId="a2d93fef35549dd9" providerId="LiveId" clId="{90DB2DF4-022A-42B8-9068-DBD65068BF46}" dt="2026-03-22T07:59:23.196" v="1748" actId="2711"/>
          <ac:spMkLst>
            <pc:docMk/>
            <pc:sldMk cId="307017591" sldId="292"/>
            <ac:spMk id="3" creationId="{AFABCB16-39E9-C8DE-8968-9ECABDA49387}"/>
          </ac:spMkLst>
        </pc:spChg>
        <pc:spChg chg="add del">
          <ac:chgData name="SELINE BOWENS" userId="a2d93fef35549dd9" providerId="LiveId" clId="{90DB2DF4-022A-42B8-9068-DBD65068BF46}" dt="2026-03-22T07:13:22.820" v="1430" actId="26606"/>
          <ac:spMkLst>
            <pc:docMk/>
            <pc:sldMk cId="307017591" sldId="292"/>
            <ac:spMk id="8" creationId="{603AE127-802C-459A-A612-DB85B67F0DC0}"/>
          </ac:spMkLst>
        </pc:spChg>
        <pc:spChg chg="add del">
          <ac:chgData name="SELINE BOWENS" userId="a2d93fef35549dd9" providerId="LiveId" clId="{90DB2DF4-022A-42B8-9068-DBD65068BF46}" dt="2026-03-22T07:13:22.820" v="1430" actId="26606"/>
          <ac:spMkLst>
            <pc:docMk/>
            <pc:sldMk cId="307017591" sldId="292"/>
            <ac:spMk id="10" creationId="{9323D83D-50D6-4040-A58B-FCEA340F886A}"/>
          </ac:spMkLst>
        </pc:spChg>
        <pc:spChg chg="add del">
          <ac:chgData name="SELINE BOWENS" userId="a2d93fef35549dd9" providerId="LiveId" clId="{90DB2DF4-022A-42B8-9068-DBD65068BF46}" dt="2026-03-22T07:13:22.820" v="1430" actId="26606"/>
          <ac:spMkLst>
            <pc:docMk/>
            <pc:sldMk cId="307017591" sldId="292"/>
            <ac:spMk id="14" creationId="{F10FD715-4DCE-4779-B634-EC78315EA213}"/>
          </ac:spMkLst>
        </pc:spChg>
        <pc:spChg chg="add del">
          <ac:chgData name="SELINE BOWENS" userId="a2d93fef35549dd9" providerId="LiveId" clId="{90DB2DF4-022A-42B8-9068-DBD65068BF46}" dt="2026-03-22T07:14:23.997" v="1440" actId="26606"/>
          <ac:spMkLst>
            <pc:docMk/>
            <pc:sldMk cId="307017591" sldId="292"/>
            <ac:spMk id="17" creationId="{A65AC7D1-EAA9-48F5-B509-60A7F50BF703}"/>
          </ac:spMkLst>
        </pc:spChg>
        <pc:spChg chg="add del">
          <ac:chgData name="SELINE BOWENS" userId="a2d93fef35549dd9" providerId="LiveId" clId="{90DB2DF4-022A-42B8-9068-DBD65068BF46}" dt="2026-03-22T07:14:23.997" v="1440" actId="26606"/>
          <ac:spMkLst>
            <pc:docMk/>
            <pc:sldMk cId="307017591" sldId="292"/>
            <ac:spMk id="18" creationId="{7E018740-5C2B-4A41-AC1A-7E68D1EC1954}"/>
          </ac:spMkLst>
        </pc:spChg>
        <pc:spChg chg="add del">
          <ac:chgData name="SELINE BOWENS" userId="a2d93fef35549dd9" providerId="LiveId" clId="{90DB2DF4-022A-42B8-9068-DBD65068BF46}" dt="2026-03-22T07:14:23.997" v="1440" actId="26606"/>
          <ac:spMkLst>
            <pc:docMk/>
            <pc:sldMk cId="307017591" sldId="292"/>
            <ac:spMk id="19" creationId="{D6320AF9-619A-4175-865B-5663E1AEF4C5}"/>
          </ac:spMkLst>
        </pc:spChg>
        <pc:spChg chg="add del">
          <ac:chgData name="SELINE BOWENS" userId="a2d93fef35549dd9" providerId="LiveId" clId="{90DB2DF4-022A-42B8-9068-DBD65068BF46}" dt="2026-03-22T07:14:23.997" v="1440" actId="26606"/>
          <ac:spMkLst>
            <pc:docMk/>
            <pc:sldMk cId="307017591" sldId="292"/>
            <ac:spMk id="20" creationId="{166F75A4-C475-4941-8EE2-B80A06A2C1BB}"/>
          </ac:spMkLst>
        </pc:spChg>
        <pc:spChg chg="add del">
          <ac:chgData name="SELINE BOWENS" userId="a2d93fef35549dd9" providerId="LiveId" clId="{90DB2DF4-022A-42B8-9068-DBD65068BF46}" dt="2026-03-22T07:14:23.984" v="1439" actId="26606"/>
          <ac:spMkLst>
            <pc:docMk/>
            <pc:sldMk cId="307017591" sldId="292"/>
            <ac:spMk id="22" creationId="{A032553A-72E8-4B0D-8405-FF9771C9AF05}"/>
          </ac:spMkLst>
        </pc:spChg>
        <pc:spChg chg="add del">
          <ac:chgData name="SELINE BOWENS" userId="a2d93fef35549dd9" providerId="LiveId" clId="{90DB2DF4-022A-42B8-9068-DBD65068BF46}" dt="2026-03-22T07:14:23.997" v="1440" actId="26606"/>
          <ac:spMkLst>
            <pc:docMk/>
            <pc:sldMk cId="307017591" sldId="292"/>
            <ac:spMk id="24" creationId="{765800AC-C3B9-498E-87BC-29FAE4C76B21}"/>
          </ac:spMkLst>
        </pc:spChg>
        <pc:spChg chg="add del">
          <ac:chgData name="SELINE BOWENS" userId="a2d93fef35549dd9" providerId="LiveId" clId="{90DB2DF4-022A-42B8-9068-DBD65068BF46}" dt="2026-03-22T07:14:23.997" v="1440" actId="26606"/>
          <ac:spMkLst>
            <pc:docMk/>
            <pc:sldMk cId="307017591" sldId="292"/>
            <ac:spMk id="26" creationId="{1F9D6ACB-2FF4-49F9-978A-E0D5327FC635}"/>
          </ac:spMkLst>
        </pc:spChg>
        <pc:spChg chg="add del">
          <ac:chgData name="SELINE BOWENS" userId="a2d93fef35549dd9" providerId="LiveId" clId="{90DB2DF4-022A-42B8-9068-DBD65068BF46}" dt="2026-03-22T07:14:23.997" v="1440" actId="26606"/>
          <ac:spMkLst>
            <pc:docMk/>
            <pc:sldMk cId="307017591" sldId="292"/>
            <ac:spMk id="28" creationId="{A5EC319D-0FEA-4B95-A3EA-01E35672C95B}"/>
          </ac:spMkLst>
        </pc:spChg>
        <pc:spChg chg="add">
          <ac:chgData name="SELINE BOWENS" userId="a2d93fef35549dd9" providerId="LiveId" clId="{90DB2DF4-022A-42B8-9068-DBD65068BF46}" dt="2026-03-22T07:14:23.997" v="1440" actId="26606"/>
          <ac:spMkLst>
            <pc:docMk/>
            <pc:sldMk cId="307017591" sldId="292"/>
            <ac:spMk id="31" creationId="{D6320AF9-619A-4175-865B-5663E1AEF4C5}"/>
          </ac:spMkLst>
        </pc:spChg>
        <pc:spChg chg="add del">
          <ac:chgData name="SELINE BOWENS" userId="a2d93fef35549dd9" providerId="LiveId" clId="{90DB2DF4-022A-42B8-9068-DBD65068BF46}" dt="2026-03-22T07:14:18.115" v="1435" actId="26606"/>
          <ac:spMkLst>
            <pc:docMk/>
            <pc:sldMk cId="307017591" sldId="292"/>
            <ac:spMk id="33" creationId="{9F4444CE-BC8D-4D61-B303-4C05614E62AB}"/>
          </ac:spMkLst>
        </pc:spChg>
        <pc:spChg chg="add del">
          <ac:chgData name="SELINE BOWENS" userId="a2d93fef35549dd9" providerId="LiveId" clId="{90DB2DF4-022A-42B8-9068-DBD65068BF46}" dt="2026-03-22T07:14:18.115" v="1435" actId="26606"/>
          <ac:spMkLst>
            <pc:docMk/>
            <pc:sldMk cId="307017591" sldId="292"/>
            <ac:spMk id="37" creationId="{73772B81-181F-48B7-8826-4D9686D15DF5}"/>
          </ac:spMkLst>
        </pc:spChg>
        <pc:spChg chg="add del">
          <ac:chgData name="SELINE BOWENS" userId="a2d93fef35549dd9" providerId="LiveId" clId="{90DB2DF4-022A-42B8-9068-DBD65068BF46}" dt="2026-03-22T07:14:18.115" v="1435" actId="26606"/>
          <ac:spMkLst>
            <pc:docMk/>
            <pc:sldMk cId="307017591" sldId="292"/>
            <ac:spMk id="39" creationId="{B2205F6E-03C6-4E92-877C-E2482F6599AA}"/>
          </ac:spMkLst>
        </pc:spChg>
        <pc:spChg chg="add">
          <ac:chgData name="SELINE BOWENS" userId="a2d93fef35549dd9" providerId="LiveId" clId="{90DB2DF4-022A-42B8-9068-DBD65068BF46}" dt="2026-03-22T07:14:23.997" v="1440" actId="26606"/>
          <ac:spMkLst>
            <pc:docMk/>
            <pc:sldMk cId="307017591" sldId="292"/>
            <ac:spMk id="45" creationId="{A032553A-72E8-4B0D-8405-FF9771C9AF05}"/>
          </ac:spMkLst>
        </pc:spChg>
        <pc:spChg chg="add">
          <ac:chgData name="SELINE BOWENS" userId="a2d93fef35549dd9" providerId="LiveId" clId="{90DB2DF4-022A-42B8-9068-DBD65068BF46}" dt="2026-03-22T07:14:23.997" v="1440" actId="26606"/>
          <ac:spMkLst>
            <pc:docMk/>
            <pc:sldMk cId="307017591" sldId="292"/>
            <ac:spMk id="49" creationId="{1F9D6ACB-2FF4-49F9-978A-E0D5327FC635}"/>
          </ac:spMkLst>
        </pc:spChg>
        <pc:cxnChg chg="add del">
          <ac:chgData name="SELINE BOWENS" userId="a2d93fef35549dd9" providerId="LiveId" clId="{90DB2DF4-022A-42B8-9068-DBD65068BF46}" dt="2026-03-22T07:13:22.820" v="1430" actId="26606"/>
          <ac:cxnSpMkLst>
            <pc:docMk/>
            <pc:sldMk cId="307017591" sldId="292"/>
            <ac:cxnSpMk id="12" creationId="{1A1FE6BB-DFB2-4080-9B5E-076EF5DDE67B}"/>
          </ac:cxnSpMkLst>
        </pc:cxnChg>
      </pc:sldChg>
      <pc:sldChg chg="modSp new mod">
        <pc:chgData name="SELINE BOWENS" userId="a2d93fef35549dd9" providerId="LiveId" clId="{90DB2DF4-022A-42B8-9068-DBD65068BF46}" dt="2026-03-22T07:57:54.877" v="1739" actId="20577"/>
        <pc:sldMkLst>
          <pc:docMk/>
          <pc:sldMk cId="2854116660" sldId="293"/>
        </pc:sldMkLst>
        <pc:spChg chg="mod">
          <ac:chgData name="SELINE BOWENS" userId="a2d93fef35549dd9" providerId="LiveId" clId="{90DB2DF4-022A-42B8-9068-DBD65068BF46}" dt="2026-03-22T07:50:32.733" v="1663" actId="2711"/>
          <ac:spMkLst>
            <pc:docMk/>
            <pc:sldMk cId="2854116660" sldId="293"/>
            <ac:spMk id="2" creationId="{6AE95B3D-94A2-38C7-C2E8-50A9292652E1}"/>
          </ac:spMkLst>
        </pc:spChg>
        <pc:spChg chg="mod">
          <ac:chgData name="SELINE BOWENS" userId="a2d93fef35549dd9" providerId="LiveId" clId="{90DB2DF4-022A-42B8-9068-DBD65068BF46}" dt="2026-03-22T07:57:32.842" v="1735" actId="27636"/>
          <ac:spMkLst>
            <pc:docMk/>
            <pc:sldMk cId="2854116660" sldId="293"/>
            <ac:spMk id="3" creationId="{6478639C-8FB1-57DB-F6C2-843403075903}"/>
          </ac:spMkLst>
        </pc:spChg>
        <pc:spChg chg="mod">
          <ac:chgData name="SELINE BOWENS" userId="a2d93fef35549dd9" providerId="LiveId" clId="{90DB2DF4-022A-42B8-9068-DBD65068BF46}" dt="2026-03-22T07:57:54.877" v="1739" actId="20577"/>
          <ac:spMkLst>
            <pc:docMk/>
            <pc:sldMk cId="2854116660" sldId="293"/>
            <ac:spMk id="4" creationId="{DD605DAF-41E0-64F9-5AEB-96023DA7A3AD}"/>
          </ac:spMkLst>
        </pc:spChg>
      </pc:sldChg>
      <pc:sldChg chg="modSp new mod">
        <pc:chgData name="SELINE BOWENS" userId="a2d93fef35549dd9" providerId="LiveId" clId="{90DB2DF4-022A-42B8-9068-DBD65068BF46}" dt="2026-03-22T07:49:48.840" v="1661" actId="255"/>
        <pc:sldMkLst>
          <pc:docMk/>
          <pc:sldMk cId="1379232514" sldId="294"/>
        </pc:sldMkLst>
        <pc:spChg chg="mod">
          <ac:chgData name="SELINE BOWENS" userId="a2d93fef35549dd9" providerId="LiveId" clId="{90DB2DF4-022A-42B8-9068-DBD65068BF46}" dt="2026-03-22T07:48:34.678" v="1654" actId="2711"/>
          <ac:spMkLst>
            <pc:docMk/>
            <pc:sldMk cId="1379232514" sldId="294"/>
            <ac:spMk id="2" creationId="{135A3EE4-D610-2786-F554-4414A65E97DE}"/>
          </ac:spMkLst>
        </pc:spChg>
        <pc:spChg chg="mod">
          <ac:chgData name="SELINE BOWENS" userId="a2d93fef35549dd9" providerId="LiveId" clId="{90DB2DF4-022A-42B8-9068-DBD65068BF46}" dt="2026-03-22T07:49:03.443" v="1657" actId="14100"/>
          <ac:spMkLst>
            <pc:docMk/>
            <pc:sldMk cId="1379232514" sldId="294"/>
            <ac:spMk id="3" creationId="{C758215B-E0BA-B05E-0A4B-1B65D88EE12A}"/>
          </ac:spMkLst>
        </pc:spChg>
        <pc:spChg chg="mod">
          <ac:chgData name="SELINE BOWENS" userId="a2d93fef35549dd9" providerId="LiveId" clId="{90DB2DF4-022A-42B8-9068-DBD65068BF46}" dt="2026-03-22T07:49:48.840" v="1661" actId="255"/>
          <ac:spMkLst>
            <pc:docMk/>
            <pc:sldMk cId="1379232514" sldId="294"/>
            <ac:spMk id="4" creationId="{59AFC660-CE56-82D6-9E8B-EC6660103C74}"/>
          </ac:spMkLst>
        </pc:spChg>
      </pc:sldChg>
      <pc:sldChg chg="addSp delSp modSp new mod setBg setClrOvrMap">
        <pc:chgData name="SELINE BOWENS" userId="a2d93fef35549dd9" providerId="LiveId" clId="{90DB2DF4-022A-42B8-9068-DBD65068BF46}" dt="2026-03-22T07:47:33.363" v="1645" actId="27636"/>
        <pc:sldMkLst>
          <pc:docMk/>
          <pc:sldMk cId="82483891" sldId="295"/>
        </pc:sldMkLst>
        <pc:spChg chg="mod">
          <ac:chgData name="SELINE BOWENS" userId="a2d93fef35549dd9" providerId="LiveId" clId="{90DB2DF4-022A-42B8-9068-DBD65068BF46}" dt="2026-03-22T07:47:06.786" v="1640" actId="255"/>
          <ac:spMkLst>
            <pc:docMk/>
            <pc:sldMk cId="82483891" sldId="295"/>
            <ac:spMk id="2" creationId="{E36464C8-519B-951F-D4C9-5CF68EBE2689}"/>
          </ac:spMkLst>
        </pc:spChg>
        <pc:spChg chg="mod">
          <ac:chgData name="SELINE BOWENS" userId="a2d93fef35549dd9" providerId="LiveId" clId="{90DB2DF4-022A-42B8-9068-DBD65068BF46}" dt="2026-03-22T07:47:33.363" v="1645" actId="27636"/>
          <ac:spMkLst>
            <pc:docMk/>
            <pc:sldMk cId="82483891" sldId="295"/>
            <ac:spMk id="3" creationId="{AEAC41ED-02BF-8E30-CF25-9E907B7C5547}"/>
          </ac:spMkLst>
        </pc:spChg>
        <pc:spChg chg="del mod">
          <ac:chgData name="SELINE BOWENS" userId="a2d93fef35549dd9" providerId="LiveId" clId="{90DB2DF4-022A-42B8-9068-DBD65068BF46}" dt="2026-03-22T02:57:44.693" v="576" actId="478"/>
          <ac:spMkLst>
            <pc:docMk/>
            <pc:sldMk cId="82483891" sldId="295"/>
            <ac:spMk id="4" creationId="{823B3F05-1A12-74A2-DEE4-333115D2236D}"/>
          </ac:spMkLst>
        </pc:spChg>
        <pc:spChg chg="add del">
          <ac:chgData name="SELINE BOWENS" userId="a2d93fef35549dd9" providerId="LiveId" clId="{90DB2DF4-022A-42B8-9068-DBD65068BF46}" dt="2026-03-22T07:15:11.228" v="1443" actId="26606"/>
          <ac:spMkLst>
            <pc:docMk/>
            <pc:sldMk cId="82483891" sldId="295"/>
            <ac:spMk id="20" creationId="{603AE127-802C-459A-A612-DB85B67F0DC0}"/>
          </ac:spMkLst>
        </pc:spChg>
        <pc:spChg chg="add del">
          <ac:chgData name="SELINE BOWENS" userId="a2d93fef35549dd9" providerId="LiveId" clId="{90DB2DF4-022A-42B8-9068-DBD65068BF46}" dt="2026-03-22T07:15:11.228" v="1443" actId="26606"/>
          <ac:spMkLst>
            <pc:docMk/>
            <pc:sldMk cId="82483891" sldId="295"/>
            <ac:spMk id="22" creationId="{9323D83D-50D6-4040-A58B-FCEA340F886A}"/>
          </ac:spMkLst>
        </pc:spChg>
        <pc:spChg chg="add del">
          <ac:chgData name="SELINE BOWENS" userId="a2d93fef35549dd9" providerId="LiveId" clId="{90DB2DF4-022A-42B8-9068-DBD65068BF46}" dt="2026-03-22T07:15:11.228" v="1443" actId="26606"/>
          <ac:spMkLst>
            <pc:docMk/>
            <pc:sldMk cId="82483891" sldId="295"/>
            <ac:spMk id="26" creationId="{F10FD715-4DCE-4779-B634-EC78315EA213}"/>
          </ac:spMkLst>
        </pc:spChg>
        <pc:spChg chg="add">
          <ac:chgData name="SELINE BOWENS" userId="a2d93fef35549dd9" providerId="LiveId" clId="{90DB2DF4-022A-42B8-9068-DBD65068BF46}" dt="2026-03-22T07:15:11.241" v="1444" actId="26606"/>
          <ac:spMkLst>
            <pc:docMk/>
            <pc:sldMk cId="82483891" sldId="295"/>
            <ac:spMk id="42" creationId="{86C16C40-7C29-4ACC-B851-7E08E459B596}"/>
          </ac:spMkLst>
        </pc:spChg>
        <pc:grpChg chg="add del">
          <ac:chgData name="SELINE BOWENS" userId="a2d93fef35549dd9" providerId="LiveId" clId="{90DB2DF4-022A-42B8-9068-DBD65068BF46}" dt="2026-03-22T07:15:11.228" v="1443" actId="26606"/>
          <ac:grpSpMkLst>
            <pc:docMk/>
            <pc:sldMk cId="82483891" sldId="295"/>
            <ac:grpSpMk id="8" creationId="{09EA7EA7-74F5-4EE2-8E3D-1A10308259D7}"/>
          </ac:grpSpMkLst>
        </pc:grpChg>
        <pc:grpChg chg="add">
          <ac:chgData name="SELINE BOWENS" userId="a2d93fef35549dd9" providerId="LiveId" clId="{90DB2DF4-022A-42B8-9068-DBD65068BF46}" dt="2026-03-22T07:15:11.241" v="1444" actId="26606"/>
          <ac:grpSpMkLst>
            <pc:docMk/>
            <pc:sldMk cId="82483891" sldId="295"/>
            <ac:grpSpMk id="33" creationId="{09EA7EA7-74F5-4EE2-8E3D-1A10308259D7}"/>
          </ac:grpSpMkLst>
        </pc:grpChg>
        <pc:grpChg chg="add">
          <ac:chgData name="SELINE BOWENS" userId="a2d93fef35549dd9" providerId="LiveId" clId="{90DB2DF4-022A-42B8-9068-DBD65068BF46}" dt="2026-03-22T07:15:11.241" v="1444" actId="26606"/>
          <ac:grpSpMkLst>
            <pc:docMk/>
            <pc:sldMk cId="82483891" sldId="295"/>
            <ac:grpSpMk id="43" creationId="{CDD733AE-DD5E-4C77-8BCD-72BF12A06BB1}"/>
          </ac:grpSpMkLst>
        </pc:grpChg>
        <pc:cxnChg chg="add del">
          <ac:chgData name="SELINE BOWENS" userId="a2d93fef35549dd9" providerId="LiveId" clId="{90DB2DF4-022A-42B8-9068-DBD65068BF46}" dt="2026-03-22T07:15:11.228" v="1443" actId="26606"/>
          <ac:cxnSpMkLst>
            <pc:docMk/>
            <pc:sldMk cId="82483891" sldId="295"/>
            <ac:cxnSpMk id="24" creationId="{1A1FE6BB-DFB2-4080-9B5E-076EF5DDE67B}"/>
          </ac:cxnSpMkLst>
        </pc:cxnChg>
      </pc:sldChg>
      <pc:sldChg chg="addSp delSp modSp new mod setBg">
        <pc:chgData name="SELINE BOWENS" userId="a2d93fef35549dd9" providerId="LiveId" clId="{90DB2DF4-022A-42B8-9068-DBD65068BF46}" dt="2026-03-22T23:38:24.017" v="1896" actId="20577"/>
        <pc:sldMkLst>
          <pc:docMk/>
          <pc:sldMk cId="1609462419" sldId="296"/>
        </pc:sldMkLst>
        <pc:spChg chg="mod">
          <ac:chgData name="SELINE BOWENS" userId="a2d93fef35549dd9" providerId="LiveId" clId="{90DB2DF4-022A-42B8-9068-DBD65068BF46}" dt="2026-03-22T07:46:11.893" v="1632" actId="255"/>
          <ac:spMkLst>
            <pc:docMk/>
            <pc:sldMk cId="1609462419" sldId="296"/>
            <ac:spMk id="2" creationId="{7FB0640C-9E54-F6AD-C48B-6C0671A7B5C6}"/>
          </ac:spMkLst>
        </pc:spChg>
        <pc:spChg chg="mod">
          <ac:chgData name="SELINE BOWENS" userId="a2d93fef35549dd9" providerId="LiveId" clId="{90DB2DF4-022A-42B8-9068-DBD65068BF46}" dt="2026-03-22T23:38:24.017" v="1896" actId="20577"/>
          <ac:spMkLst>
            <pc:docMk/>
            <pc:sldMk cId="1609462419" sldId="296"/>
            <ac:spMk id="3" creationId="{AC343B49-D209-D0B4-4448-A5512B972E89}"/>
          </ac:spMkLst>
        </pc:spChg>
        <pc:spChg chg="del mod">
          <ac:chgData name="SELINE BOWENS" userId="a2d93fef35549dd9" providerId="LiveId" clId="{90DB2DF4-022A-42B8-9068-DBD65068BF46}" dt="2026-03-22T03:00:06.091" v="591" actId="478"/>
          <ac:spMkLst>
            <pc:docMk/>
            <pc:sldMk cId="1609462419" sldId="296"/>
            <ac:spMk id="4" creationId="{A98F2516-6B9C-E498-8282-768477BC569D}"/>
          </ac:spMkLst>
        </pc:spChg>
        <pc:spChg chg="add">
          <ac:chgData name="SELINE BOWENS" userId="a2d93fef35549dd9" providerId="LiveId" clId="{90DB2DF4-022A-42B8-9068-DBD65068BF46}" dt="2026-03-22T07:16:30.797" v="1456" actId="26606"/>
          <ac:spMkLst>
            <pc:docMk/>
            <pc:sldMk cId="1609462419" sldId="296"/>
            <ac:spMk id="20" creationId="{603AE127-802C-459A-A612-DB85B67F0DC0}"/>
          </ac:spMkLst>
        </pc:spChg>
        <pc:spChg chg="add del">
          <ac:chgData name="SELINE BOWENS" userId="a2d93fef35549dd9" providerId="LiveId" clId="{90DB2DF4-022A-42B8-9068-DBD65068BF46}" dt="2026-03-22T07:16:30.780" v="1455" actId="26606"/>
          <ac:spMkLst>
            <pc:docMk/>
            <pc:sldMk cId="1609462419" sldId="296"/>
            <ac:spMk id="21" creationId="{655AE6B0-AC9E-4167-806F-E9DB135FC46B}"/>
          </ac:spMkLst>
        </pc:spChg>
        <pc:spChg chg="add">
          <ac:chgData name="SELINE BOWENS" userId="a2d93fef35549dd9" providerId="LiveId" clId="{90DB2DF4-022A-42B8-9068-DBD65068BF46}" dt="2026-03-22T07:16:30.797" v="1456" actId="26606"/>
          <ac:spMkLst>
            <pc:docMk/>
            <pc:sldMk cId="1609462419" sldId="296"/>
            <ac:spMk id="22" creationId="{9323D83D-50D6-4040-A58B-FCEA340F886A}"/>
          </ac:spMkLst>
        </pc:spChg>
        <pc:spChg chg="add del">
          <ac:chgData name="SELINE BOWENS" userId="a2d93fef35549dd9" providerId="LiveId" clId="{90DB2DF4-022A-42B8-9068-DBD65068BF46}" dt="2026-03-22T07:16:30.780" v="1455" actId="26606"/>
          <ac:spMkLst>
            <pc:docMk/>
            <pc:sldMk cId="1609462419" sldId="296"/>
            <ac:spMk id="34" creationId="{87BD1F4E-A66D-4C06-86DA-8D56CA7A3B41}"/>
          </ac:spMkLst>
        </pc:spChg>
        <pc:spChg chg="add">
          <ac:chgData name="SELINE BOWENS" userId="a2d93fef35549dd9" providerId="LiveId" clId="{90DB2DF4-022A-42B8-9068-DBD65068BF46}" dt="2026-03-22T07:16:30.797" v="1456" actId="26606"/>
          <ac:spMkLst>
            <pc:docMk/>
            <pc:sldMk cId="1609462419" sldId="296"/>
            <ac:spMk id="44" creationId="{F10FD715-4DCE-4779-B634-EC78315EA213}"/>
          </ac:spMkLst>
        </pc:spChg>
        <pc:grpChg chg="add">
          <ac:chgData name="SELINE BOWENS" userId="a2d93fef35549dd9" providerId="LiveId" clId="{90DB2DF4-022A-42B8-9068-DBD65068BF46}" dt="2026-03-22T07:16:30.797" v="1456" actId="26606"/>
          <ac:grpSpMkLst>
            <pc:docMk/>
            <pc:sldMk cId="1609462419" sldId="296"/>
            <ac:grpSpMk id="8" creationId="{09EA7EA7-74F5-4EE2-8E3D-1A10308259D7}"/>
          </ac:grpSpMkLst>
        </pc:grpChg>
        <pc:grpChg chg="add del">
          <ac:chgData name="SELINE BOWENS" userId="a2d93fef35549dd9" providerId="LiveId" clId="{90DB2DF4-022A-42B8-9068-DBD65068BF46}" dt="2026-03-22T07:16:30.780" v="1455" actId="26606"/>
          <ac:grpSpMkLst>
            <pc:docMk/>
            <pc:sldMk cId="1609462419" sldId="296"/>
            <ac:grpSpMk id="9" creationId="{D920209C-E85B-4D6F-A56F-724F5ADA811C}"/>
          </ac:grpSpMkLst>
        </pc:grpChg>
        <pc:grpChg chg="add del">
          <ac:chgData name="SELINE BOWENS" userId="a2d93fef35549dd9" providerId="LiveId" clId="{90DB2DF4-022A-42B8-9068-DBD65068BF46}" dt="2026-03-22T07:16:30.780" v="1455" actId="26606"/>
          <ac:grpSpMkLst>
            <pc:docMk/>
            <pc:sldMk cId="1609462419" sldId="296"/>
            <ac:grpSpMk id="23" creationId="{3523416A-383B-4FDC-B4C9-D8EDDFE9C043}"/>
          </ac:grpSpMkLst>
        </pc:grpChg>
        <pc:graphicFrameChg chg="add del">
          <ac:chgData name="SELINE BOWENS" userId="a2d93fef35549dd9" providerId="LiveId" clId="{90DB2DF4-022A-42B8-9068-DBD65068BF46}" dt="2026-03-22T07:16:30.780" v="1455" actId="26606"/>
          <ac:graphicFrameMkLst>
            <pc:docMk/>
            <pc:sldMk cId="1609462419" sldId="296"/>
            <ac:graphicFrameMk id="5" creationId="{539EECE4-9F78-AFA9-F47D-6807942D6DAE}"/>
          </ac:graphicFrameMkLst>
        </pc:graphicFrameChg>
        <pc:cxnChg chg="add">
          <ac:chgData name="SELINE BOWENS" userId="a2d93fef35549dd9" providerId="LiveId" clId="{90DB2DF4-022A-42B8-9068-DBD65068BF46}" dt="2026-03-22T07:16:30.797" v="1456" actId="26606"/>
          <ac:cxnSpMkLst>
            <pc:docMk/>
            <pc:sldMk cId="1609462419" sldId="296"/>
            <ac:cxnSpMk id="24" creationId="{1A1FE6BB-DFB2-4080-9B5E-076EF5DDE67B}"/>
          </ac:cxnSpMkLst>
        </pc:cxnChg>
      </pc:sldChg>
      <pc:sldChg chg="modSp new mod">
        <pc:chgData name="SELINE BOWENS" userId="a2d93fef35549dd9" providerId="LiveId" clId="{90DB2DF4-022A-42B8-9068-DBD65068BF46}" dt="2026-03-22T07:45:47.489" v="1630" actId="207"/>
        <pc:sldMkLst>
          <pc:docMk/>
          <pc:sldMk cId="2020825423" sldId="297"/>
        </pc:sldMkLst>
        <pc:spChg chg="mod">
          <ac:chgData name="SELINE BOWENS" userId="a2d93fef35549dd9" providerId="LiveId" clId="{90DB2DF4-022A-42B8-9068-DBD65068BF46}" dt="2026-03-22T07:45:32.886" v="1627" actId="2711"/>
          <ac:spMkLst>
            <pc:docMk/>
            <pc:sldMk cId="2020825423" sldId="297"/>
            <ac:spMk id="2" creationId="{32A712AF-62F5-CBEB-5988-255B903C65D3}"/>
          </ac:spMkLst>
        </pc:spChg>
        <pc:spChg chg="mod">
          <ac:chgData name="SELINE BOWENS" userId="a2d93fef35549dd9" providerId="LiveId" clId="{90DB2DF4-022A-42B8-9068-DBD65068BF46}" dt="2026-03-22T07:45:47.489" v="1630" actId="207"/>
          <ac:spMkLst>
            <pc:docMk/>
            <pc:sldMk cId="2020825423" sldId="297"/>
            <ac:spMk id="3" creationId="{2B700F65-2167-E11A-5F47-DABAD5B73794}"/>
          </ac:spMkLst>
        </pc:spChg>
      </pc:sldChg>
      <pc:sldChg chg="addSp modSp new mod setBg addAnim">
        <pc:chgData name="SELINE BOWENS" userId="a2d93fef35549dd9" providerId="LiveId" clId="{90DB2DF4-022A-42B8-9068-DBD65068BF46}" dt="2026-03-22T08:14:54.866" v="1837" actId="255"/>
        <pc:sldMkLst>
          <pc:docMk/>
          <pc:sldMk cId="133795985" sldId="298"/>
        </pc:sldMkLst>
        <pc:spChg chg="mod">
          <ac:chgData name="SELINE BOWENS" userId="a2d93fef35549dd9" providerId="LiveId" clId="{90DB2DF4-022A-42B8-9068-DBD65068BF46}" dt="2026-03-22T08:14:54.866" v="1837" actId="255"/>
          <ac:spMkLst>
            <pc:docMk/>
            <pc:sldMk cId="133795985" sldId="298"/>
            <ac:spMk id="2" creationId="{9097696F-4C2C-34A2-D739-3282F72F45F1}"/>
          </ac:spMkLst>
        </pc:spChg>
        <pc:spChg chg="mod">
          <ac:chgData name="SELINE BOWENS" userId="a2d93fef35549dd9" providerId="LiveId" clId="{90DB2DF4-022A-42B8-9068-DBD65068BF46}" dt="2026-03-22T07:45:11.773" v="1625" actId="120"/>
          <ac:spMkLst>
            <pc:docMk/>
            <pc:sldMk cId="133795985" sldId="298"/>
            <ac:spMk id="3" creationId="{4EDC9AE7-92AD-FE69-381C-7E7554FE11C0}"/>
          </ac:spMkLst>
        </pc:spChg>
        <pc:spChg chg="add">
          <ac:chgData name="SELINE BOWENS" userId="a2d93fef35549dd9" providerId="LiveId" clId="{90DB2DF4-022A-42B8-9068-DBD65068BF46}" dt="2026-03-22T07:17:31.697" v="1463" actId="26606"/>
          <ac:spMkLst>
            <pc:docMk/>
            <pc:sldMk cId="133795985" sldId="298"/>
            <ac:spMk id="13" creationId="{66D61E08-70C3-48D8-BEA0-787111DC30DA}"/>
          </ac:spMkLst>
        </pc:spChg>
        <pc:spChg chg="add">
          <ac:chgData name="SELINE BOWENS" userId="a2d93fef35549dd9" providerId="LiveId" clId="{90DB2DF4-022A-42B8-9068-DBD65068BF46}" dt="2026-03-22T07:17:31.697" v="1463" actId="26606"/>
          <ac:spMkLst>
            <pc:docMk/>
            <pc:sldMk cId="133795985" sldId="298"/>
            <ac:spMk id="15" creationId="{FC55298F-0AE5-478E-AD2B-03C2614C5833}"/>
          </ac:spMkLst>
        </pc:spChg>
        <pc:spChg chg="add">
          <ac:chgData name="SELINE BOWENS" userId="a2d93fef35549dd9" providerId="LiveId" clId="{90DB2DF4-022A-42B8-9068-DBD65068BF46}" dt="2026-03-22T07:17:31.697" v="1463" actId="26606"/>
          <ac:spMkLst>
            <pc:docMk/>
            <pc:sldMk cId="133795985" sldId="298"/>
            <ac:spMk id="17" creationId="{C180E4EA-0B63-4779-A895-7E90E71088F3}"/>
          </ac:spMkLst>
        </pc:spChg>
        <pc:spChg chg="add">
          <ac:chgData name="SELINE BOWENS" userId="a2d93fef35549dd9" providerId="LiveId" clId="{90DB2DF4-022A-42B8-9068-DBD65068BF46}" dt="2026-03-22T07:17:31.697" v="1463" actId="26606"/>
          <ac:spMkLst>
            <pc:docMk/>
            <pc:sldMk cId="133795985" sldId="298"/>
            <ac:spMk id="19" creationId="{CEE01D9D-3DE8-4EED-B0D3-8F3C79CC7673}"/>
          </ac:spMkLst>
        </pc:spChg>
        <pc:spChg chg="add">
          <ac:chgData name="SELINE BOWENS" userId="a2d93fef35549dd9" providerId="LiveId" clId="{90DB2DF4-022A-42B8-9068-DBD65068BF46}" dt="2026-03-22T07:17:31.697" v="1463" actId="26606"/>
          <ac:spMkLst>
            <pc:docMk/>
            <pc:sldMk cId="133795985" sldId="298"/>
            <ac:spMk id="21" creationId="{89AF5CE9-607F-43F4-8983-DCD6DA4051FD}"/>
          </ac:spMkLst>
        </pc:spChg>
        <pc:spChg chg="add">
          <ac:chgData name="SELINE BOWENS" userId="a2d93fef35549dd9" providerId="LiveId" clId="{90DB2DF4-022A-42B8-9068-DBD65068BF46}" dt="2026-03-22T07:17:31.697" v="1463" actId="26606"/>
          <ac:spMkLst>
            <pc:docMk/>
            <pc:sldMk cId="133795985" sldId="298"/>
            <ac:spMk id="23" creationId="{6EEA2DBD-9E1E-4521-8C01-F32AD18A89E3}"/>
          </ac:spMkLst>
        </pc:spChg>
        <pc:spChg chg="add">
          <ac:chgData name="SELINE BOWENS" userId="a2d93fef35549dd9" providerId="LiveId" clId="{90DB2DF4-022A-42B8-9068-DBD65068BF46}" dt="2026-03-22T07:17:31.697" v="1463" actId="26606"/>
          <ac:spMkLst>
            <pc:docMk/>
            <pc:sldMk cId="133795985" sldId="298"/>
            <ac:spMk id="25" creationId="{15BBD2C1-BA9B-46A9-A27A-33498B169272}"/>
          </ac:spMkLst>
        </pc:spChg>
        <pc:picChg chg="add">
          <ac:chgData name="SELINE BOWENS" userId="a2d93fef35549dd9" providerId="LiveId" clId="{90DB2DF4-022A-42B8-9068-DBD65068BF46}" dt="2026-03-22T07:17:31.697" v="1463" actId="26606"/>
          <ac:picMkLst>
            <pc:docMk/>
            <pc:sldMk cId="133795985" sldId="298"/>
            <ac:picMk id="5" creationId="{98AC8C65-8F0D-847E-54AE-F1CCD3F1B648}"/>
          </ac:picMkLst>
        </pc:picChg>
      </pc:sldChg>
      <pc:sldChg chg="modSp new mod">
        <pc:chgData name="SELINE BOWENS" userId="a2d93fef35549dd9" providerId="LiveId" clId="{90DB2DF4-022A-42B8-9068-DBD65068BF46}" dt="2026-03-22T07:44:00.377" v="1619" actId="1076"/>
        <pc:sldMkLst>
          <pc:docMk/>
          <pc:sldMk cId="2143645167" sldId="299"/>
        </pc:sldMkLst>
        <pc:spChg chg="mod">
          <ac:chgData name="SELINE BOWENS" userId="a2d93fef35549dd9" providerId="LiveId" clId="{90DB2DF4-022A-42B8-9068-DBD65068BF46}" dt="2026-03-22T07:38:53.698" v="1593" actId="2711"/>
          <ac:spMkLst>
            <pc:docMk/>
            <pc:sldMk cId="2143645167" sldId="299"/>
            <ac:spMk id="2" creationId="{F476F942-C21A-9B81-8918-2FC331125FAD}"/>
          </ac:spMkLst>
        </pc:spChg>
        <pc:spChg chg="mod">
          <ac:chgData name="SELINE BOWENS" userId="a2d93fef35549dd9" providerId="LiveId" clId="{90DB2DF4-022A-42B8-9068-DBD65068BF46}" dt="2026-03-22T07:38:38.384" v="1591" actId="207"/>
          <ac:spMkLst>
            <pc:docMk/>
            <pc:sldMk cId="2143645167" sldId="299"/>
            <ac:spMk id="3" creationId="{C9D8B01F-C7C7-FE6E-DBDC-7A9B738AC265}"/>
          </ac:spMkLst>
        </pc:spChg>
        <pc:spChg chg="mod">
          <ac:chgData name="SELINE BOWENS" userId="a2d93fef35549dd9" providerId="LiveId" clId="{90DB2DF4-022A-42B8-9068-DBD65068BF46}" dt="2026-03-22T07:44:00.377" v="1619" actId="1076"/>
          <ac:spMkLst>
            <pc:docMk/>
            <pc:sldMk cId="2143645167" sldId="299"/>
            <ac:spMk id="4" creationId="{DA121681-30F7-0860-03AA-064743033FE2}"/>
          </ac:spMkLst>
        </pc:spChg>
      </pc:sldChg>
      <pc:sldChg chg="modSp new del mod">
        <pc:chgData name="SELINE BOWENS" userId="a2d93fef35549dd9" providerId="LiveId" clId="{90DB2DF4-022A-42B8-9068-DBD65068BF46}" dt="2026-03-22T03:27:42.876" v="701" actId="2696"/>
        <pc:sldMkLst>
          <pc:docMk/>
          <pc:sldMk cId="2150400180" sldId="300"/>
        </pc:sldMkLst>
        <pc:spChg chg="mod">
          <ac:chgData name="SELINE BOWENS" userId="a2d93fef35549dd9" providerId="LiveId" clId="{90DB2DF4-022A-42B8-9068-DBD65068BF46}" dt="2026-03-22T03:25:42.645" v="697" actId="14100"/>
          <ac:spMkLst>
            <pc:docMk/>
            <pc:sldMk cId="2150400180" sldId="300"/>
            <ac:spMk id="2" creationId="{EA35DED7-C3B5-DE11-C774-7F78846C69BF}"/>
          </ac:spMkLst>
        </pc:spChg>
        <pc:spChg chg="mod">
          <ac:chgData name="SELINE BOWENS" userId="a2d93fef35549dd9" providerId="LiveId" clId="{90DB2DF4-022A-42B8-9068-DBD65068BF46}" dt="2026-03-22T03:25:47.776" v="698" actId="14100"/>
          <ac:spMkLst>
            <pc:docMk/>
            <pc:sldMk cId="2150400180" sldId="300"/>
            <ac:spMk id="3" creationId="{D70507D2-0666-E01F-2A6F-7A4580935589}"/>
          </ac:spMkLst>
        </pc:spChg>
        <pc:spChg chg="mod">
          <ac:chgData name="SELINE BOWENS" userId="a2d93fef35549dd9" providerId="LiveId" clId="{90DB2DF4-022A-42B8-9068-DBD65068BF46}" dt="2026-03-22T03:25:52.653" v="699" actId="14100"/>
          <ac:spMkLst>
            <pc:docMk/>
            <pc:sldMk cId="2150400180" sldId="300"/>
            <ac:spMk id="4" creationId="{06F8A63C-1F9A-318B-200A-9536874A6056}"/>
          </ac:spMkLst>
        </pc:spChg>
      </pc:sldChg>
      <pc:sldChg chg="new del">
        <pc:chgData name="SELINE BOWENS" userId="a2d93fef35549dd9" providerId="LiveId" clId="{90DB2DF4-022A-42B8-9068-DBD65068BF46}" dt="2026-03-22T03:32:31.169" v="721" actId="2696"/>
        <pc:sldMkLst>
          <pc:docMk/>
          <pc:sldMk cId="2770621547" sldId="301"/>
        </pc:sldMkLst>
      </pc:sldChg>
      <pc:sldChg chg="addSp delSp modSp new mod setBg setClrOvrMap">
        <pc:chgData name="SELINE BOWENS" userId="a2d93fef35549dd9" providerId="LiveId" clId="{90DB2DF4-022A-42B8-9068-DBD65068BF46}" dt="2026-03-22T07:37:47.764" v="1585" actId="207"/>
        <pc:sldMkLst>
          <pc:docMk/>
          <pc:sldMk cId="2898602579" sldId="302"/>
        </pc:sldMkLst>
        <pc:spChg chg="mod ord">
          <ac:chgData name="SELINE BOWENS" userId="a2d93fef35549dd9" providerId="LiveId" clId="{90DB2DF4-022A-42B8-9068-DBD65068BF46}" dt="2026-03-22T07:37:20.545" v="1584" actId="255"/>
          <ac:spMkLst>
            <pc:docMk/>
            <pc:sldMk cId="2898602579" sldId="302"/>
            <ac:spMk id="2" creationId="{BF9C83A3-BC5B-87A5-DC49-A510C3390525}"/>
          </ac:spMkLst>
        </pc:spChg>
        <pc:spChg chg="mod">
          <ac:chgData name="SELINE BOWENS" userId="a2d93fef35549dd9" providerId="LiveId" clId="{90DB2DF4-022A-42B8-9068-DBD65068BF46}" dt="2026-03-22T07:37:47.764" v="1585" actId="207"/>
          <ac:spMkLst>
            <pc:docMk/>
            <pc:sldMk cId="2898602579" sldId="302"/>
            <ac:spMk id="3" creationId="{E5F5B16F-C85E-596A-A190-8DD6A13725DD}"/>
          </ac:spMkLst>
        </pc:spChg>
        <pc:spChg chg="add del">
          <ac:chgData name="SELINE BOWENS" userId="a2d93fef35549dd9" providerId="LiveId" clId="{90DB2DF4-022A-42B8-9068-DBD65068BF46}" dt="2026-03-22T07:22:02.745" v="1484" actId="26606"/>
          <ac:spMkLst>
            <pc:docMk/>
            <pc:sldMk cId="2898602579" sldId="302"/>
            <ac:spMk id="9" creationId="{3BCB5F6A-9EB0-40B0-9D13-3023E9A20508}"/>
          </ac:spMkLst>
        </pc:spChg>
        <pc:spChg chg="add del">
          <ac:chgData name="SELINE BOWENS" userId="a2d93fef35549dd9" providerId="LiveId" clId="{90DB2DF4-022A-42B8-9068-DBD65068BF46}" dt="2026-03-22T07:22:26.962" v="1489" actId="26606"/>
          <ac:spMkLst>
            <pc:docMk/>
            <pc:sldMk cId="2898602579" sldId="302"/>
            <ac:spMk id="14" creationId="{D94A7024-D948-494D-8920-BBA2DA07D15B}"/>
          </ac:spMkLst>
        </pc:spChg>
        <pc:spChg chg="add del">
          <ac:chgData name="SELINE BOWENS" userId="a2d93fef35549dd9" providerId="LiveId" clId="{90DB2DF4-022A-42B8-9068-DBD65068BF46}" dt="2026-03-22T07:22:26.936" v="1488" actId="26606"/>
          <ac:spMkLst>
            <pc:docMk/>
            <pc:sldMk cId="2898602579" sldId="302"/>
            <ac:spMk id="23" creationId="{3F088236-D655-4F88-B238-E16762358025}"/>
          </ac:spMkLst>
        </pc:spChg>
        <pc:spChg chg="add del">
          <ac:chgData name="SELINE BOWENS" userId="a2d93fef35549dd9" providerId="LiveId" clId="{90DB2DF4-022A-42B8-9068-DBD65068BF46}" dt="2026-03-22T07:22:26.936" v="1488" actId="26606"/>
          <ac:spMkLst>
            <pc:docMk/>
            <pc:sldMk cId="2898602579" sldId="302"/>
            <ac:spMk id="25" creationId="{3DAC0C92-199E-475C-9390-119A9B027276}"/>
          </ac:spMkLst>
        </pc:spChg>
        <pc:spChg chg="add del">
          <ac:chgData name="SELINE BOWENS" userId="a2d93fef35549dd9" providerId="LiveId" clId="{90DB2DF4-022A-42B8-9068-DBD65068BF46}" dt="2026-03-22T07:22:26.936" v="1488" actId="26606"/>
          <ac:spMkLst>
            <pc:docMk/>
            <pc:sldMk cId="2898602579" sldId="302"/>
            <ac:spMk id="27" creationId="{C4CFB339-0ED8-4FE2-9EF1-6D1375B8499B}"/>
          </ac:spMkLst>
        </pc:spChg>
        <pc:spChg chg="add del">
          <ac:chgData name="SELINE BOWENS" userId="a2d93fef35549dd9" providerId="LiveId" clId="{90DB2DF4-022A-42B8-9068-DBD65068BF46}" dt="2026-03-22T07:22:26.936" v="1488" actId="26606"/>
          <ac:spMkLst>
            <pc:docMk/>
            <pc:sldMk cId="2898602579" sldId="302"/>
            <ac:spMk id="29" creationId="{31896C80-2069-4431-9C19-83B913734490}"/>
          </ac:spMkLst>
        </pc:spChg>
        <pc:spChg chg="add del">
          <ac:chgData name="SELINE BOWENS" userId="a2d93fef35549dd9" providerId="LiveId" clId="{90DB2DF4-022A-42B8-9068-DBD65068BF46}" dt="2026-03-22T07:22:26.936" v="1488" actId="26606"/>
          <ac:spMkLst>
            <pc:docMk/>
            <pc:sldMk cId="2898602579" sldId="302"/>
            <ac:spMk id="31" creationId="{BF120A21-0841-4823-B0C4-28AEBCEF9B78}"/>
          </ac:spMkLst>
        </pc:spChg>
        <pc:spChg chg="add del">
          <ac:chgData name="SELINE BOWENS" userId="a2d93fef35549dd9" providerId="LiveId" clId="{90DB2DF4-022A-42B8-9068-DBD65068BF46}" dt="2026-03-22T07:22:26.936" v="1488" actId="26606"/>
          <ac:spMkLst>
            <pc:docMk/>
            <pc:sldMk cId="2898602579" sldId="302"/>
            <ac:spMk id="33" creationId="{DBB05BAE-BBD3-4289-899F-A6851503C6B0}"/>
          </ac:spMkLst>
        </pc:spChg>
        <pc:spChg chg="add del">
          <ac:chgData name="SELINE BOWENS" userId="a2d93fef35549dd9" providerId="LiveId" clId="{90DB2DF4-022A-42B8-9068-DBD65068BF46}" dt="2026-03-22T07:22:26.936" v="1488" actId="26606"/>
          <ac:spMkLst>
            <pc:docMk/>
            <pc:sldMk cId="2898602579" sldId="302"/>
            <ac:spMk id="35" creationId="{9874D11C-36F5-4BBE-A490-019A54E953B0}"/>
          </ac:spMkLst>
        </pc:spChg>
        <pc:spChg chg="add del">
          <ac:chgData name="SELINE BOWENS" userId="a2d93fef35549dd9" providerId="LiveId" clId="{90DB2DF4-022A-42B8-9068-DBD65068BF46}" dt="2026-03-22T07:23:07.841" v="1499" actId="26606"/>
          <ac:spMkLst>
            <pc:docMk/>
            <pc:sldMk cId="2898602579" sldId="302"/>
            <ac:spMk id="37" creationId="{A5EC319D-0FEA-4B95-A3EA-01E35672C95B}"/>
          </ac:spMkLst>
        </pc:spChg>
        <pc:spChg chg="add del">
          <ac:chgData name="SELINE BOWENS" userId="a2d93fef35549dd9" providerId="LiveId" clId="{90DB2DF4-022A-42B8-9068-DBD65068BF46}" dt="2026-03-22T07:23:07.841" v="1499" actId="26606"/>
          <ac:spMkLst>
            <pc:docMk/>
            <pc:sldMk cId="2898602579" sldId="302"/>
            <ac:spMk id="38" creationId="{A65AC7D1-EAA9-48F5-B509-60A7F50BF703}"/>
          </ac:spMkLst>
        </pc:spChg>
        <pc:spChg chg="add del">
          <ac:chgData name="SELINE BOWENS" userId="a2d93fef35549dd9" providerId="LiveId" clId="{90DB2DF4-022A-42B8-9068-DBD65068BF46}" dt="2026-03-22T07:23:07.841" v="1499" actId="26606"/>
          <ac:spMkLst>
            <pc:docMk/>
            <pc:sldMk cId="2898602579" sldId="302"/>
            <ac:spMk id="39" creationId="{D6320AF9-619A-4175-865B-5663E1AEF4C5}"/>
          </ac:spMkLst>
        </pc:spChg>
        <pc:spChg chg="add del">
          <ac:chgData name="SELINE BOWENS" userId="a2d93fef35549dd9" providerId="LiveId" clId="{90DB2DF4-022A-42B8-9068-DBD65068BF46}" dt="2026-03-22T07:23:07.841" v="1499" actId="26606"/>
          <ac:spMkLst>
            <pc:docMk/>
            <pc:sldMk cId="2898602579" sldId="302"/>
            <ac:spMk id="42" creationId="{7E018740-5C2B-4A41-AC1A-7E68D1EC1954}"/>
          </ac:spMkLst>
        </pc:spChg>
        <pc:spChg chg="add del">
          <ac:chgData name="SELINE BOWENS" userId="a2d93fef35549dd9" providerId="LiveId" clId="{90DB2DF4-022A-42B8-9068-DBD65068BF46}" dt="2026-03-22T07:23:07.841" v="1499" actId="26606"/>
          <ac:spMkLst>
            <pc:docMk/>
            <pc:sldMk cId="2898602579" sldId="302"/>
            <ac:spMk id="43" creationId="{166F75A4-C475-4941-8EE2-B80A06A2C1BB}"/>
          </ac:spMkLst>
        </pc:spChg>
        <pc:spChg chg="add del">
          <ac:chgData name="SELINE BOWENS" userId="a2d93fef35549dd9" providerId="LiveId" clId="{90DB2DF4-022A-42B8-9068-DBD65068BF46}" dt="2026-03-22T07:23:07.841" v="1499" actId="26606"/>
          <ac:spMkLst>
            <pc:docMk/>
            <pc:sldMk cId="2898602579" sldId="302"/>
            <ac:spMk id="44" creationId="{A032553A-72E8-4B0D-8405-FF9771C9AF05}"/>
          </ac:spMkLst>
        </pc:spChg>
        <pc:spChg chg="add del">
          <ac:chgData name="SELINE BOWENS" userId="a2d93fef35549dd9" providerId="LiveId" clId="{90DB2DF4-022A-42B8-9068-DBD65068BF46}" dt="2026-03-22T07:23:07.841" v="1499" actId="26606"/>
          <ac:spMkLst>
            <pc:docMk/>
            <pc:sldMk cId="2898602579" sldId="302"/>
            <ac:spMk id="45" creationId="{765800AC-C3B9-498E-87BC-29FAE4C76B21}"/>
          </ac:spMkLst>
        </pc:spChg>
        <pc:spChg chg="add del">
          <ac:chgData name="SELINE BOWENS" userId="a2d93fef35549dd9" providerId="LiveId" clId="{90DB2DF4-022A-42B8-9068-DBD65068BF46}" dt="2026-03-22T07:23:07.841" v="1499" actId="26606"/>
          <ac:spMkLst>
            <pc:docMk/>
            <pc:sldMk cId="2898602579" sldId="302"/>
            <ac:spMk id="46" creationId="{1F9D6ACB-2FF4-49F9-978A-E0D5327FC635}"/>
          </ac:spMkLst>
        </pc:spChg>
        <pc:spChg chg="add del">
          <ac:chgData name="SELINE BOWENS" userId="a2d93fef35549dd9" providerId="LiveId" clId="{90DB2DF4-022A-42B8-9068-DBD65068BF46}" dt="2026-03-22T07:23:04.825" v="1496" actId="26606"/>
          <ac:spMkLst>
            <pc:docMk/>
            <pc:sldMk cId="2898602579" sldId="302"/>
            <ac:spMk id="55" creationId="{3F088236-D655-4F88-B238-E16762358025}"/>
          </ac:spMkLst>
        </pc:spChg>
        <pc:spChg chg="add del">
          <ac:chgData name="SELINE BOWENS" userId="a2d93fef35549dd9" providerId="LiveId" clId="{90DB2DF4-022A-42B8-9068-DBD65068BF46}" dt="2026-03-22T07:23:04.825" v="1496" actId="26606"/>
          <ac:spMkLst>
            <pc:docMk/>
            <pc:sldMk cId="2898602579" sldId="302"/>
            <ac:spMk id="59" creationId="{C4CFB339-0ED8-4FE2-9EF1-6D1375B8499B}"/>
          </ac:spMkLst>
        </pc:spChg>
        <pc:spChg chg="add del">
          <ac:chgData name="SELINE BOWENS" userId="a2d93fef35549dd9" providerId="LiveId" clId="{90DB2DF4-022A-42B8-9068-DBD65068BF46}" dt="2026-03-22T07:23:04.825" v="1496" actId="26606"/>
          <ac:spMkLst>
            <pc:docMk/>
            <pc:sldMk cId="2898602579" sldId="302"/>
            <ac:spMk id="63" creationId="{BF120A21-0841-4823-B0C4-28AEBCEF9B78}"/>
          </ac:spMkLst>
        </pc:spChg>
        <pc:spChg chg="add del">
          <ac:chgData name="SELINE BOWENS" userId="a2d93fef35549dd9" providerId="LiveId" clId="{90DB2DF4-022A-42B8-9068-DBD65068BF46}" dt="2026-03-22T07:23:04.825" v="1496" actId="26606"/>
          <ac:spMkLst>
            <pc:docMk/>
            <pc:sldMk cId="2898602579" sldId="302"/>
            <ac:spMk id="65" creationId="{DBB05BAE-BBD3-4289-899F-A6851503C6B0}"/>
          </ac:spMkLst>
        </pc:spChg>
        <pc:spChg chg="add del">
          <ac:chgData name="SELINE BOWENS" userId="a2d93fef35549dd9" providerId="LiveId" clId="{90DB2DF4-022A-42B8-9068-DBD65068BF46}" dt="2026-03-22T07:23:07.835" v="1498" actId="26606"/>
          <ac:spMkLst>
            <pc:docMk/>
            <pc:sldMk cId="2898602579" sldId="302"/>
            <ac:spMk id="70" creationId="{62423CA5-E2E1-4789-B759-9906C1C94063}"/>
          </ac:spMkLst>
        </pc:spChg>
        <pc:spChg chg="add del">
          <ac:chgData name="SELINE BOWENS" userId="a2d93fef35549dd9" providerId="LiveId" clId="{90DB2DF4-022A-42B8-9068-DBD65068BF46}" dt="2026-03-22T07:23:07.835" v="1498" actId="26606"/>
          <ac:spMkLst>
            <pc:docMk/>
            <pc:sldMk cId="2898602579" sldId="302"/>
            <ac:spMk id="71" creationId="{73772B81-181F-48B7-8826-4D9686D15DF5}"/>
          </ac:spMkLst>
        </pc:spChg>
        <pc:spChg chg="add del">
          <ac:chgData name="SELINE BOWENS" userId="a2d93fef35549dd9" providerId="LiveId" clId="{90DB2DF4-022A-42B8-9068-DBD65068BF46}" dt="2026-03-22T07:23:07.835" v="1498" actId="26606"/>
          <ac:spMkLst>
            <pc:docMk/>
            <pc:sldMk cId="2898602579" sldId="302"/>
            <ac:spMk id="72" creationId="{B2205F6E-03C6-4E92-877C-E2482F6599AA}"/>
          </ac:spMkLst>
        </pc:spChg>
        <pc:picChg chg="add mod ord">
          <ac:chgData name="SELINE BOWENS" userId="a2d93fef35549dd9" providerId="LiveId" clId="{90DB2DF4-022A-42B8-9068-DBD65068BF46}" dt="2026-03-22T07:25:00.508" v="1515" actId="14100"/>
          <ac:picMkLst>
            <pc:docMk/>
            <pc:sldMk cId="2898602579" sldId="302"/>
            <ac:picMk id="5" creationId="{C771DE6E-F10B-8493-A340-4E36582373CF}"/>
          </ac:picMkLst>
        </pc:picChg>
      </pc:sldChg>
      <pc:sldChg chg="new del">
        <pc:chgData name="SELINE BOWENS" userId="a2d93fef35549dd9" providerId="LiveId" clId="{90DB2DF4-022A-42B8-9068-DBD65068BF46}" dt="2026-03-22T03:57:14.439" v="881" actId="2696"/>
        <pc:sldMkLst>
          <pc:docMk/>
          <pc:sldMk cId="21994304" sldId="303"/>
        </pc:sldMkLst>
      </pc:sldChg>
      <pc:sldChg chg="addSp modSp new add del mod ord">
        <pc:chgData name="SELINE BOWENS" userId="a2d93fef35549dd9" providerId="LiveId" clId="{90DB2DF4-022A-42B8-9068-DBD65068BF46}" dt="2026-03-22T09:39:56.052" v="1892"/>
        <pc:sldMkLst>
          <pc:docMk/>
          <pc:sldMk cId="681931707" sldId="304"/>
        </pc:sldMkLst>
        <pc:spChg chg="mod">
          <ac:chgData name="SELINE BOWENS" userId="a2d93fef35549dd9" providerId="LiveId" clId="{90DB2DF4-022A-42B8-9068-DBD65068BF46}" dt="2026-03-22T07:36:21.346" v="1577" actId="2711"/>
          <ac:spMkLst>
            <pc:docMk/>
            <pc:sldMk cId="681931707" sldId="304"/>
            <ac:spMk id="2" creationId="{1FD6AF23-AD13-3482-8944-F0CF1EDD313E}"/>
          </ac:spMkLst>
        </pc:spChg>
        <pc:spChg chg="mod">
          <ac:chgData name="SELINE BOWENS" userId="a2d93fef35549dd9" providerId="LiveId" clId="{90DB2DF4-022A-42B8-9068-DBD65068BF46}" dt="2026-03-22T07:34:51.687" v="1572" actId="27636"/>
          <ac:spMkLst>
            <pc:docMk/>
            <pc:sldMk cId="681931707" sldId="304"/>
            <ac:spMk id="3" creationId="{10F831F5-E0BA-A55D-1539-D2F4A297BB84}"/>
          </ac:spMkLst>
        </pc:spChg>
        <pc:spChg chg="mod">
          <ac:chgData name="SELINE BOWENS" userId="a2d93fef35549dd9" providerId="LiveId" clId="{90DB2DF4-022A-42B8-9068-DBD65068BF46}" dt="2026-03-22T07:35:36.686" v="1576" actId="207"/>
          <ac:spMkLst>
            <pc:docMk/>
            <pc:sldMk cId="681931707" sldId="304"/>
            <ac:spMk id="4" creationId="{D462A46A-6955-A084-EF00-8EB226201444}"/>
          </ac:spMkLst>
        </pc:spChg>
        <pc:spChg chg="add mod">
          <ac:chgData name="SELINE BOWENS" userId="a2d93fef35549dd9" providerId="LiveId" clId="{90DB2DF4-022A-42B8-9068-DBD65068BF46}" dt="2026-03-22T04:06:20.314" v="935"/>
          <ac:spMkLst>
            <pc:docMk/>
            <pc:sldMk cId="681931707" sldId="304"/>
            <ac:spMk id="5" creationId="{829B8ACA-34C5-DB18-D4C4-FF1D744C680F}"/>
          </ac:spMkLst>
        </pc:spChg>
      </pc:sldChg>
      <pc:sldChg chg="modSp new del mod">
        <pc:chgData name="SELINE BOWENS" userId="a2d93fef35549dd9" providerId="LiveId" clId="{90DB2DF4-022A-42B8-9068-DBD65068BF46}" dt="2026-03-22T05:56:04.352" v="969" actId="2696"/>
        <pc:sldMkLst>
          <pc:docMk/>
          <pc:sldMk cId="3068964168" sldId="305"/>
        </pc:sldMkLst>
        <pc:spChg chg="mod">
          <ac:chgData name="SELINE BOWENS" userId="a2d93fef35549dd9" providerId="LiveId" clId="{90DB2DF4-022A-42B8-9068-DBD65068BF46}" dt="2026-03-22T05:54:13.271" v="967" actId="207"/>
          <ac:spMkLst>
            <pc:docMk/>
            <pc:sldMk cId="3068964168" sldId="305"/>
            <ac:spMk id="2" creationId="{3E0BDB17-C280-EC85-4C70-046263073039}"/>
          </ac:spMkLst>
        </pc:spChg>
      </pc:sldChg>
      <pc:sldChg chg="addSp modSp new add del mod setBg">
        <pc:chgData name="SELINE BOWENS" userId="a2d93fef35549dd9" providerId="LiveId" clId="{90DB2DF4-022A-42B8-9068-DBD65068BF46}" dt="2026-03-22T09:38:04.907" v="1886" actId="47"/>
        <pc:sldMkLst>
          <pc:docMk/>
          <pc:sldMk cId="3577268307" sldId="306"/>
        </pc:sldMkLst>
        <pc:spChg chg="mod">
          <ac:chgData name="SELINE BOWENS" userId="a2d93fef35549dd9" providerId="LiveId" clId="{90DB2DF4-022A-42B8-9068-DBD65068BF46}" dt="2026-03-22T08:15:21.183" v="1839" actId="255"/>
          <ac:spMkLst>
            <pc:docMk/>
            <pc:sldMk cId="3577268307" sldId="306"/>
            <ac:spMk id="2" creationId="{7DDB87CB-C4F1-3262-834B-CBFF6A1A9A16}"/>
          </ac:spMkLst>
        </pc:spChg>
        <pc:spChg chg="mod">
          <ac:chgData name="SELINE BOWENS" userId="a2d93fef35549dd9" providerId="LiveId" clId="{90DB2DF4-022A-42B8-9068-DBD65068BF46}" dt="2026-03-22T07:33:44.990" v="1565" actId="255"/>
          <ac:spMkLst>
            <pc:docMk/>
            <pc:sldMk cId="3577268307" sldId="306"/>
            <ac:spMk id="3" creationId="{FDC94EC1-A19A-8929-BA80-1C8FA74170B6}"/>
          </ac:spMkLst>
        </pc:spChg>
        <pc:spChg chg="add">
          <ac:chgData name="SELINE BOWENS" userId="a2d93fef35549dd9" providerId="LiveId" clId="{90DB2DF4-022A-42B8-9068-DBD65068BF46}" dt="2026-03-22T07:26:02.226" v="1519" actId="26606"/>
          <ac:spMkLst>
            <pc:docMk/>
            <pc:sldMk cId="3577268307" sldId="306"/>
            <ac:spMk id="8" creationId="{DD6BC9EB-F181-48AB-BCA2-3D1DB20D2D87}"/>
          </ac:spMkLst>
        </pc:spChg>
        <pc:spChg chg="add">
          <ac:chgData name="SELINE BOWENS" userId="a2d93fef35549dd9" providerId="LiveId" clId="{90DB2DF4-022A-42B8-9068-DBD65068BF46}" dt="2026-03-22T07:26:02.226" v="1519" actId="26606"/>
          <ac:spMkLst>
            <pc:docMk/>
            <pc:sldMk cId="3577268307" sldId="306"/>
            <ac:spMk id="10" creationId="{D33AAA80-39DC-4020-9BFF-0718F35C7661}"/>
          </ac:spMkLst>
        </pc:spChg>
        <pc:spChg chg="add">
          <ac:chgData name="SELINE BOWENS" userId="a2d93fef35549dd9" providerId="LiveId" clId="{90DB2DF4-022A-42B8-9068-DBD65068BF46}" dt="2026-03-22T07:26:02.226" v="1519" actId="26606"/>
          <ac:spMkLst>
            <pc:docMk/>
            <pc:sldMk cId="3577268307" sldId="306"/>
            <ac:spMk id="14" creationId="{1177F295-741F-4EFF-B0CA-BE69295ADA07}"/>
          </ac:spMkLst>
        </pc:spChg>
        <pc:cxnChg chg="add">
          <ac:chgData name="SELINE BOWENS" userId="a2d93fef35549dd9" providerId="LiveId" clId="{90DB2DF4-022A-42B8-9068-DBD65068BF46}" dt="2026-03-22T07:26:02.226" v="1519" actId="26606"/>
          <ac:cxnSpMkLst>
            <pc:docMk/>
            <pc:sldMk cId="3577268307" sldId="306"/>
            <ac:cxnSpMk id="12" creationId="{C9C5D90B-7EE3-4D26-AB7D-A5A3A6E11203}"/>
          </ac:cxnSpMkLst>
        </pc:cxnChg>
      </pc:sldChg>
      <pc:sldChg chg="addSp modSp new add del mod">
        <pc:chgData name="SELINE BOWENS" userId="a2d93fef35549dd9" providerId="LiveId" clId="{90DB2DF4-022A-42B8-9068-DBD65068BF46}" dt="2026-03-22T09:38:12.732" v="1890" actId="47"/>
        <pc:sldMkLst>
          <pc:docMk/>
          <pc:sldMk cId="1223618409" sldId="307"/>
        </pc:sldMkLst>
        <pc:spChg chg="mod">
          <ac:chgData name="SELINE BOWENS" userId="a2d93fef35549dd9" providerId="LiveId" clId="{90DB2DF4-022A-42B8-9068-DBD65068BF46}" dt="2026-03-22T07:32:19.509" v="1558" actId="2711"/>
          <ac:spMkLst>
            <pc:docMk/>
            <pc:sldMk cId="1223618409" sldId="307"/>
            <ac:spMk id="2" creationId="{8EE7BCAC-93DF-22DE-F737-CAB75F23F1C5}"/>
          </ac:spMkLst>
        </pc:spChg>
        <pc:spChg chg="mod">
          <ac:chgData name="SELINE BOWENS" userId="a2d93fef35549dd9" providerId="LiveId" clId="{90DB2DF4-022A-42B8-9068-DBD65068BF46}" dt="2026-03-22T07:32:39.530" v="1561" actId="207"/>
          <ac:spMkLst>
            <pc:docMk/>
            <pc:sldMk cId="1223618409" sldId="307"/>
            <ac:spMk id="3" creationId="{96CB5654-D404-52FB-6DDE-FA387F3474DB}"/>
          </ac:spMkLst>
        </pc:spChg>
        <pc:spChg chg="add mod">
          <ac:chgData name="SELINE BOWENS" userId="a2d93fef35549dd9" providerId="LiveId" clId="{90DB2DF4-022A-42B8-9068-DBD65068BF46}" dt="2026-03-22T06:15:24.940" v="1133"/>
          <ac:spMkLst>
            <pc:docMk/>
            <pc:sldMk cId="1223618409" sldId="307"/>
            <ac:spMk id="4" creationId="{4F667079-6F95-539B-2F9A-DFB4ADE7748A}"/>
          </ac:spMkLst>
        </pc:spChg>
      </pc:sldChg>
      <pc:sldChg chg="modSp new add del mod">
        <pc:chgData name="SELINE BOWENS" userId="a2d93fef35549dd9" providerId="LiveId" clId="{90DB2DF4-022A-42B8-9068-DBD65068BF46}" dt="2026-03-22T09:38:09.230" v="1889" actId="47"/>
        <pc:sldMkLst>
          <pc:docMk/>
          <pc:sldMk cId="153737742" sldId="308"/>
        </pc:sldMkLst>
        <pc:spChg chg="mod">
          <ac:chgData name="SELINE BOWENS" userId="a2d93fef35549dd9" providerId="LiveId" clId="{90DB2DF4-022A-42B8-9068-DBD65068BF46}" dt="2026-03-22T07:30:15.827" v="1541" actId="2711"/>
          <ac:spMkLst>
            <pc:docMk/>
            <pc:sldMk cId="153737742" sldId="308"/>
            <ac:spMk id="2" creationId="{79B0B105-0E28-D6F4-41AE-9E4803CB9BD3}"/>
          </ac:spMkLst>
        </pc:spChg>
        <pc:spChg chg="mod">
          <ac:chgData name="SELINE BOWENS" userId="a2d93fef35549dd9" providerId="LiveId" clId="{90DB2DF4-022A-42B8-9068-DBD65068BF46}" dt="2026-03-22T07:31:47.166" v="1555" actId="207"/>
          <ac:spMkLst>
            <pc:docMk/>
            <pc:sldMk cId="153737742" sldId="308"/>
            <ac:spMk id="3" creationId="{E7309DA8-1CE4-F061-B10A-3D47A60381BC}"/>
          </ac:spMkLst>
        </pc:spChg>
        <pc:spChg chg="mod">
          <ac:chgData name="SELINE BOWENS" userId="a2d93fef35549dd9" providerId="LiveId" clId="{90DB2DF4-022A-42B8-9068-DBD65068BF46}" dt="2026-03-22T07:31:42.419" v="1554" actId="207"/>
          <ac:spMkLst>
            <pc:docMk/>
            <pc:sldMk cId="153737742" sldId="308"/>
            <ac:spMk id="4" creationId="{72F11217-C59E-3944-8629-D925C3439DEE}"/>
          </ac:spMkLst>
        </pc:spChg>
      </pc:sldChg>
      <pc:sldChg chg="addSp modSp new add del mod setBg">
        <pc:chgData name="SELINE BOWENS" userId="a2d93fef35549dd9" providerId="LiveId" clId="{90DB2DF4-022A-42B8-9068-DBD65068BF46}" dt="2026-03-22T09:38:06.770" v="1887" actId="47"/>
        <pc:sldMkLst>
          <pc:docMk/>
          <pc:sldMk cId="2208803041" sldId="309"/>
        </pc:sldMkLst>
        <pc:spChg chg="mod">
          <ac:chgData name="SELINE BOWENS" userId="a2d93fef35549dd9" providerId="LiveId" clId="{90DB2DF4-022A-42B8-9068-DBD65068BF46}" dt="2026-03-22T07:30:00.898" v="1540" actId="2711"/>
          <ac:spMkLst>
            <pc:docMk/>
            <pc:sldMk cId="2208803041" sldId="309"/>
            <ac:spMk id="2" creationId="{5BE8238C-5159-766E-E467-F85266EFED81}"/>
          </ac:spMkLst>
        </pc:spChg>
        <pc:spChg chg="mod">
          <ac:chgData name="SELINE BOWENS" userId="a2d93fef35549dd9" providerId="LiveId" clId="{90DB2DF4-022A-42B8-9068-DBD65068BF46}" dt="2026-03-22T07:29:46.715" v="1539" actId="27636"/>
          <ac:spMkLst>
            <pc:docMk/>
            <pc:sldMk cId="2208803041" sldId="309"/>
            <ac:spMk id="3" creationId="{5A33888F-CFC1-11F0-77EC-5B51AB5777FC}"/>
          </ac:spMkLst>
        </pc:spChg>
        <pc:spChg chg="add">
          <ac:chgData name="SELINE BOWENS" userId="a2d93fef35549dd9" providerId="LiveId" clId="{90DB2DF4-022A-42B8-9068-DBD65068BF46}" dt="2026-03-22T07:28:02.359" v="1525" actId="26606"/>
          <ac:spMkLst>
            <pc:docMk/>
            <pc:sldMk cId="2208803041" sldId="309"/>
            <ac:spMk id="9" creationId="{518E5A25-92C5-4F27-8E26-0AAAB0CDC85E}"/>
          </ac:spMkLst>
        </pc:spChg>
        <pc:picChg chg="add">
          <ac:chgData name="SELINE BOWENS" userId="a2d93fef35549dd9" providerId="LiveId" clId="{90DB2DF4-022A-42B8-9068-DBD65068BF46}" dt="2026-03-22T07:28:02.359" v="1525" actId="26606"/>
          <ac:picMkLst>
            <pc:docMk/>
            <pc:sldMk cId="2208803041" sldId="309"/>
            <ac:picMk id="5" creationId="{672FE455-B5CA-FBA6-740D-BA4C5BCE9D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14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F8C8D"/>
                </a:solidFill>
                <a:effectLst/>
                <a:uLnTx/>
                <a:uFillTx/>
                <a:latin typeface="Gill Sans MT" panose="020B0502020104020203"/>
                <a:ea typeface="+mn-ea"/>
                <a:cs typeface="+mn-cs"/>
              </a:rPr>
              <a:t>User clicks a button -&gt; React sends Axios request -&gt; API processes it -&gt; MySQL updates -&gt; Response shows on screen</a:t>
            </a:r>
            <a:endParaRPr kumimoji="0" lang="en-US" sz="1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925882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0912729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965614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615664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336433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246988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502321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07651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841634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410998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11960061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38055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440215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0925449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142930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3358941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200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96DFF08F-DC6B-4601-B491-B0F83F6DD2DA}" type="datetimeFigureOut">
              <a:rPr lang="en-US" smtClean="0"/>
              <a:pPr/>
              <a:t>3/22/2026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5412710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DABD-89D5-D537-8816-14A9A5969C72}"/>
              </a:ext>
            </a:extLst>
          </p:cNvPr>
          <p:cNvSpPr>
            <a:spLocks noGrp="1"/>
          </p:cNvSpPr>
          <p:nvPr>
            <p:ph type="ctrTitle"/>
          </p:nvPr>
        </p:nvSpPr>
        <p:spPr>
          <a:xfrm>
            <a:off x="508000" y="457200"/>
            <a:ext cx="3357944" cy="3881718"/>
          </a:xfrm>
        </p:spPr>
        <p:txBody>
          <a:bodyPr vert="horz" lIns="91440" tIns="45720" rIns="91440" bIns="45720" rtlCol="0" anchor="ctr">
            <a:normAutofit/>
          </a:bodyPr>
          <a:lstStyle/>
          <a:p>
            <a:pPr algn="l" defTabSz="457200"/>
            <a:r>
              <a:rPr lang="en-US" sz="4000" b="1" dirty="0">
                <a:solidFill>
                  <a:schemeClr val="tx1">
                    <a:lumMod val="85000"/>
                    <a:lumOff val="15000"/>
                  </a:schemeClr>
                </a:solidFill>
                <a:latin typeface="Aptos Display" panose="020B0004020202020204" pitchFamily="34" charset="0"/>
              </a:rPr>
              <a:t>Prayer Notebook</a:t>
            </a:r>
            <a:br>
              <a:rPr lang="en-US" sz="3600" dirty="0">
                <a:solidFill>
                  <a:schemeClr val="tx1">
                    <a:lumMod val="85000"/>
                    <a:lumOff val="15000"/>
                  </a:schemeClr>
                </a:solidFill>
              </a:rPr>
            </a:br>
            <a:endParaRPr lang="en-US" sz="3600" dirty="0">
              <a:solidFill>
                <a:schemeClr val="tx1">
                  <a:lumMod val="85000"/>
                  <a:lumOff val="15000"/>
                </a:schemeClr>
              </a:solidFill>
            </a:endParaRPr>
          </a:p>
        </p:txBody>
      </p:sp>
      <p:sp>
        <p:nvSpPr>
          <p:cNvPr id="3" name="Subtitle 2">
            <a:extLst>
              <a:ext uri="{FF2B5EF4-FFF2-40B4-BE49-F238E27FC236}">
                <a16:creationId xmlns:a16="http://schemas.microsoft.com/office/drawing/2014/main" id="{10F338DB-F25D-B506-F0B2-1C3A39118BAD}"/>
              </a:ext>
            </a:extLst>
          </p:cNvPr>
          <p:cNvSpPr>
            <a:spLocks noGrp="1"/>
          </p:cNvSpPr>
          <p:nvPr>
            <p:ph type="subTitle" idx="1"/>
          </p:nvPr>
        </p:nvSpPr>
        <p:spPr>
          <a:xfrm>
            <a:off x="3865943" y="457200"/>
            <a:ext cx="4854591" cy="3881718"/>
          </a:xfrm>
        </p:spPr>
        <p:txBody>
          <a:bodyPr vert="horz" lIns="91440" tIns="45720" rIns="91440" bIns="45720" rtlCol="0" anchor="ctr">
            <a:normAutofit/>
          </a:bodyPr>
          <a:lstStyle/>
          <a:p>
            <a:pPr algn="l" defTabSz="457200">
              <a:spcBef>
                <a:spcPts val="1000"/>
              </a:spcBef>
              <a:buFont typeface="Wingdings 3" charset="2"/>
              <a:buChar char=""/>
            </a:pPr>
            <a:r>
              <a:rPr lang="en-US" sz="1600" b="1" dirty="0">
                <a:solidFill>
                  <a:srgbClr val="FFFFFF"/>
                </a:solidFill>
                <a:latin typeface="Aptos Display" panose="020B0004020202020204" pitchFamily="34" charset="0"/>
              </a:rPr>
              <a:t>CST-391: JavaScript Web Application  Development</a:t>
            </a:r>
          </a:p>
          <a:p>
            <a:pPr algn="l" defTabSz="457200">
              <a:spcBef>
                <a:spcPts val="1000"/>
              </a:spcBef>
              <a:buFont typeface="Wingdings 3" charset="2"/>
              <a:buChar char=""/>
            </a:pPr>
            <a:r>
              <a:rPr lang="en-US" sz="1600" dirty="0">
                <a:solidFill>
                  <a:srgbClr val="FFFFFF"/>
                </a:solidFill>
                <a:latin typeface="Aptos Display" panose="020B0004020202020204" pitchFamily="34" charset="0"/>
              </a:rPr>
              <a:t>Full Project Presentation </a:t>
            </a:r>
          </a:p>
          <a:p>
            <a:pPr algn="l" defTabSz="457200">
              <a:spcBef>
                <a:spcPts val="1000"/>
              </a:spcBef>
              <a:buFont typeface="Wingdings 3" charset="2"/>
              <a:buChar char=""/>
            </a:pPr>
            <a:r>
              <a:rPr lang="en-US" sz="1600" dirty="0">
                <a:solidFill>
                  <a:srgbClr val="FFFFFF"/>
                </a:solidFill>
                <a:latin typeface="Aptos Display" panose="020B0004020202020204" pitchFamily="34" charset="0"/>
              </a:rPr>
              <a:t>  Seline Bowens |  3/21/2026</a:t>
            </a:r>
          </a:p>
          <a:p>
            <a:pPr algn="l" defTabSz="457200">
              <a:spcBef>
                <a:spcPts val="1000"/>
              </a:spcBef>
              <a:buFont typeface="Wingdings 3" charset="2"/>
              <a:buChar char=""/>
            </a:pPr>
            <a:endParaRPr lang="en-US" dirty="0">
              <a:solidFill>
                <a:srgbClr val="FFFFFF"/>
              </a:solidFill>
            </a:endParaRPr>
          </a:p>
        </p:txBody>
      </p:sp>
    </p:spTree>
    <p:extLst>
      <p:ext uri="{BB962C8B-B14F-4D97-AF65-F5344CB8AC3E}">
        <p14:creationId xmlns:p14="http://schemas.microsoft.com/office/powerpoint/2010/main" val="272850807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6895-A505-6042-6F9E-F0F52153FBAC}"/>
              </a:ext>
            </a:extLst>
          </p:cNvPr>
          <p:cNvSpPr>
            <a:spLocks noGrp="1"/>
          </p:cNvSpPr>
          <p:nvPr>
            <p:ph type="title"/>
          </p:nvPr>
        </p:nvSpPr>
        <p:spPr>
          <a:xfrm>
            <a:off x="685800" y="202073"/>
            <a:ext cx="7886700" cy="617407"/>
          </a:xfrm>
        </p:spPr>
        <p:txBody>
          <a:bodyPr>
            <a:normAutofit fontScale="90000"/>
          </a:bodyPr>
          <a:lstStyle/>
          <a:p>
            <a:r>
              <a:rPr lang="en-US" sz="3600" b="1" dirty="0">
                <a:latin typeface="Aptos Display" panose="020B0004020202020204" pitchFamily="34" charset="0"/>
              </a:rPr>
              <a:t>Presentation Agenda</a:t>
            </a:r>
            <a:br>
              <a:rPr lang="en-US" dirty="0"/>
            </a:br>
            <a:endParaRPr lang="en-US" dirty="0"/>
          </a:p>
        </p:txBody>
      </p:sp>
      <p:sp>
        <p:nvSpPr>
          <p:cNvPr id="3" name="Content Placeholder 2">
            <a:extLst>
              <a:ext uri="{FF2B5EF4-FFF2-40B4-BE49-F238E27FC236}">
                <a16:creationId xmlns:a16="http://schemas.microsoft.com/office/drawing/2014/main" id="{D645047A-B404-B86D-11D2-9FA4D140F464}"/>
              </a:ext>
            </a:extLst>
          </p:cNvPr>
          <p:cNvSpPr>
            <a:spLocks noGrp="1"/>
          </p:cNvSpPr>
          <p:nvPr>
            <p:ph sz="half" idx="1"/>
          </p:nvPr>
        </p:nvSpPr>
        <p:spPr>
          <a:xfrm>
            <a:off x="508000" y="1099595"/>
            <a:ext cx="3889094" cy="3841831"/>
          </a:xfrm>
        </p:spPr>
        <p:txBody>
          <a:bodyPr>
            <a:normAutofit fontScale="92500" lnSpcReduction="100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1</a:t>
            </a:r>
            <a:r>
              <a:rPr kumimoji="0" lang="en-US" sz="19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 Milestone 3 - REST API</a:t>
            </a:r>
            <a:endParaRPr kumimoji="0" lang="en-US" sz="1900" b="0"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endParaRPr>
          </a:p>
          <a:p>
            <a:pPr>
              <a:lnSpc>
                <a:spcPct val="120000"/>
              </a:lnSpc>
            </a:pPr>
            <a:r>
              <a:rPr lang="en-US" sz="1900" dirty="0">
                <a:solidFill>
                  <a:schemeClr val="tx1"/>
                </a:solidFill>
                <a:latin typeface="Aptos Display" panose="020B0004020202020204" pitchFamily="34" charset="0"/>
              </a:rPr>
              <a:t>Backend built with Node.js, Express, TypeScript, and MySQL. Covers API endpoints, database design, challenges, and lessons learned. </a:t>
            </a:r>
          </a:p>
          <a:p>
            <a:pPr>
              <a:lnSpc>
                <a:spcPct val="120000"/>
              </a:lnSpc>
            </a:pPr>
            <a:endParaRPr lang="en-US" sz="1900" dirty="0">
              <a:solidFill>
                <a:schemeClr val="tx1"/>
              </a:solidFill>
              <a:highlight>
                <a:srgbClr val="FF00FF"/>
              </a:highlight>
              <a:latin typeface="Aptos Display" panose="020B0004020202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9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2. Milestone 4 - Angular Frontend</a:t>
            </a:r>
          </a:p>
          <a:p>
            <a:pPr defTabSz="914400">
              <a:lnSpc>
                <a:spcPct val="120000"/>
              </a:lnSpc>
              <a:spcBef>
                <a:spcPts val="0"/>
              </a:spcBef>
              <a:defRPr/>
            </a:pPr>
            <a:r>
              <a:rPr lang="en-US" sz="1900" dirty="0">
                <a:solidFill>
                  <a:schemeClr val="tx1"/>
                </a:solidFill>
                <a:latin typeface="Aptos Display" panose="020B0004020202020204" pitchFamily="34" charset="0"/>
              </a:rPr>
              <a:t>Angular frontend connected to the Milestone 3 API. Covers CRUD operations, component structure, challenges, and lessons learned</a:t>
            </a:r>
            <a:endParaRPr kumimoji="0" lang="en-US" sz="1900" b="0" i="0" u="none" strike="noStrike" kern="1200" cap="none" spc="0" normalizeH="0" baseline="0" noProof="0" dirty="0">
              <a:ln>
                <a:noFill/>
              </a:ln>
              <a:solidFill>
                <a:schemeClr val="tx1"/>
              </a:solidFill>
              <a:effectLst/>
              <a:uLnTx/>
              <a:uFillTx/>
              <a:latin typeface="Aptos Display" panose="020B0004020202020204" pitchFamily="34" charset="0"/>
            </a:endParaRPr>
          </a:p>
          <a:p>
            <a:endParaRPr lang="en-US" sz="1100" dirty="0"/>
          </a:p>
        </p:txBody>
      </p:sp>
      <p:sp>
        <p:nvSpPr>
          <p:cNvPr id="4" name="Content Placeholder 3">
            <a:extLst>
              <a:ext uri="{FF2B5EF4-FFF2-40B4-BE49-F238E27FC236}">
                <a16:creationId xmlns:a16="http://schemas.microsoft.com/office/drawing/2014/main" id="{003EBBE7-0DEC-B1D1-0AC7-4762703E88F4}"/>
              </a:ext>
            </a:extLst>
          </p:cNvPr>
          <p:cNvSpPr>
            <a:spLocks noGrp="1"/>
          </p:cNvSpPr>
          <p:nvPr>
            <p:ph sz="half" idx="2"/>
          </p:nvPr>
        </p:nvSpPr>
        <p:spPr>
          <a:xfrm>
            <a:off x="4572000" y="1099595"/>
            <a:ext cx="3889094" cy="384183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3. Milestone 5 - React Frontend</a:t>
            </a:r>
            <a:endParaRPr kumimoji="0" lang="en-US" sz="1600" b="0"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endParaRPr>
          </a:p>
          <a:p>
            <a:r>
              <a:rPr lang="en-US" sz="1600" dirty="0">
                <a:solidFill>
                  <a:schemeClr val="tx1"/>
                </a:solidFill>
                <a:latin typeface="Aptos Display" panose="020B0004020202020204" pitchFamily="34" charset="0"/>
              </a:rPr>
              <a:t>React frontend connected to the same API. Covers component design, hooks, Axios integration, challenges, and lessons learned.</a:t>
            </a:r>
          </a:p>
          <a:p>
            <a:pPr marL="0" indent="0">
              <a:buNone/>
            </a:pPr>
            <a:r>
              <a:rPr lang="en-US" sz="1600" b="1" dirty="0">
                <a:solidFill>
                  <a:schemeClr val="tx1"/>
                </a:solidFill>
                <a:highlight>
                  <a:srgbClr val="FF00FF"/>
                </a:highlight>
                <a:latin typeface="Aptos Display" panose="020B0004020202020204" pitchFamily="34" charset="0"/>
              </a:rPr>
              <a:t>5. Milestone 6 </a:t>
            </a:r>
          </a:p>
          <a:p>
            <a:r>
              <a:rPr lang="en-US" sz="1600" dirty="0">
                <a:solidFill>
                  <a:schemeClr val="tx1"/>
                </a:solidFill>
                <a:latin typeface="Aptos Display" panose="020B0004020202020204" pitchFamily="34" charset="0"/>
              </a:rPr>
              <a:t>Completed React Application</a:t>
            </a:r>
          </a:p>
          <a:p>
            <a:endParaRPr lang="en-US" sz="1600" dirty="0">
              <a:solidFill>
                <a:schemeClr val="tx1"/>
              </a:solidFill>
              <a:highlight>
                <a:srgbClr val="FF00FF"/>
              </a:highlight>
              <a:latin typeface="Aptos Display"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4. Website Accessibility</a:t>
            </a:r>
            <a:endParaRPr kumimoji="0" lang="en-US" sz="1600" b="0"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endParaRPr>
          </a:p>
          <a:p>
            <a:r>
              <a:rPr lang="en-US" sz="1600" dirty="0">
                <a:solidFill>
                  <a:schemeClr val="tx1"/>
                </a:solidFill>
                <a:latin typeface="Aptos Display" panose="020B0004020202020204" pitchFamily="34" charset="0"/>
              </a:rPr>
              <a:t>A Christian worldview perspective on web accessibility, UX responsibilities, and best practices for building inclusive web applications</a:t>
            </a:r>
            <a:endParaRPr lang="en-US" sz="1600" b="1" dirty="0">
              <a:solidFill>
                <a:schemeClr val="tx1"/>
              </a:solidFill>
              <a:latin typeface="Aptos Display" panose="020B0004020202020204" pitchFamily="34" charset="0"/>
            </a:endParaRPr>
          </a:p>
        </p:txBody>
      </p:sp>
    </p:spTree>
    <p:extLst>
      <p:ext uri="{BB962C8B-B14F-4D97-AF65-F5344CB8AC3E}">
        <p14:creationId xmlns:p14="http://schemas.microsoft.com/office/powerpoint/2010/main" val="2346160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0BC12-5ECF-C570-C197-AE81629CE4A8}"/>
              </a:ext>
            </a:extLst>
          </p:cNvPr>
          <p:cNvSpPr>
            <a:spLocks noGrp="1"/>
          </p:cNvSpPr>
          <p:nvPr>
            <p:ph type="ctrTitle"/>
          </p:nvPr>
        </p:nvSpPr>
        <p:spPr>
          <a:xfrm>
            <a:off x="1130300" y="950259"/>
            <a:ext cx="5825202" cy="2087868"/>
          </a:xfrm>
        </p:spPr>
        <p:txBody>
          <a:bodyPr>
            <a:normAutofit/>
          </a:bodyPr>
          <a:lstStyle/>
          <a:p>
            <a:pPr algn="ctr"/>
            <a:r>
              <a:rPr lang="en-US" sz="4000" b="1" dirty="0">
                <a:solidFill>
                  <a:srgbClr val="FFFFFF"/>
                </a:solidFill>
                <a:latin typeface="Aptos Display" panose="020B0004020202020204" pitchFamily="34" charset="0"/>
                <a:ea typeface="Calibri" panose="020F0502020204030204" pitchFamily="34" charset="0"/>
                <a:cs typeface="Calibri" panose="020F0502020204030204" pitchFamily="34" charset="0"/>
              </a:rPr>
              <a:t>MILESTONE 3</a:t>
            </a:r>
            <a:br>
              <a:rPr lang="en-US" dirty="0">
                <a:solidFill>
                  <a:srgbClr val="FFFFFF"/>
                </a:solidFill>
                <a:latin typeface="Aptos Display" panose="020B0004020202020204" pitchFamily="34" charset="0"/>
                <a:ea typeface="Calibri" panose="020F0502020204030204" pitchFamily="34" charset="0"/>
                <a:cs typeface="Calibri" panose="020F0502020204030204" pitchFamily="34" charset="0"/>
              </a:rPr>
            </a:br>
            <a:r>
              <a:rPr lang="en-US" sz="2800" dirty="0">
                <a:solidFill>
                  <a:srgbClr val="FFFFFF"/>
                </a:solidFill>
                <a:latin typeface="Aptos Display" panose="020B0004020202020204" pitchFamily="34" charset="0"/>
                <a:ea typeface="Calibri" panose="020F0502020204030204" pitchFamily="34" charset="0"/>
                <a:cs typeface="Calibri" panose="020F0502020204030204" pitchFamily="34" charset="0"/>
              </a:rPr>
              <a:t>Building the REST API</a:t>
            </a:r>
            <a:br>
              <a:rPr lang="en-US" dirty="0">
                <a:solidFill>
                  <a:srgbClr val="FFFFFF"/>
                </a:solidFill>
              </a:rPr>
            </a:br>
            <a:endParaRPr lang="en-US" dirty="0">
              <a:solidFill>
                <a:srgbClr val="FFFFFF"/>
              </a:solidFill>
            </a:endParaRPr>
          </a:p>
        </p:txBody>
      </p:sp>
      <p:sp>
        <p:nvSpPr>
          <p:cNvPr id="3" name="Subtitle 2">
            <a:extLst>
              <a:ext uri="{FF2B5EF4-FFF2-40B4-BE49-F238E27FC236}">
                <a16:creationId xmlns:a16="http://schemas.microsoft.com/office/drawing/2014/main" id="{6C3F8317-5C52-5920-35B2-8F88217FEEC1}"/>
              </a:ext>
            </a:extLst>
          </p:cNvPr>
          <p:cNvSpPr>
            <a:spLocks noGrp="1"/>
          </p:cNvSpPr>
          <p:nvPr>
            <p:ph type="subTitle" idx="1"/>
          </p:nvPr>
        </p:nvSpPr>
        <p:spPr/>
        <p:txBody>
          <a:bodyPr>
            <a:normAutofit/>
          </a:bodyPr>
          <a:lstStyle/>
          <a:p>
            <a:r>
              <a:rPr lang="en-US" sz="1800" b="1" dirty="0">
                <a:solidFill>
                  <a:srgbClr val="FFFFFF"/>
                </a:solidFill>
                <a:highlight>
                  <a:srgbClr val="FF00FF"/>
                </a:highlight>
                <a:latin typeface="Aptos Display" panose="020B0004020202020204" pitchFamily="34" charset="0"/>
                <a:ea typeface="Calibri" panose="020F0502020204030204" pitchFamily="34" charset="0"/>
                <a:cs typeface="Calibri" panose="020F0502020204030204" pitchFamily="34" charset="0"/>
              </a:rPr>
              <a:t>Node.js  |  Express  |  TypeScript  |  MySQL  |  Postman</a:t>
            </a:r>
          </a:p>
          <a:p>
            <a:endParaRPr lang="en-US" dirty="0">
              <a:solidFill>
                <a:srgbClr val="FFFFFF"/>
              </a:solidFill>
            </a:endParaRPr>
          </a:p>
        </p:txBody>
      </p:sp>
    </p:spTree>
    <p:extLst>
      <p:ext uri="{BB962C8B-B14F-4D97-AF65-F5344CB8AC3E}">
        <p14:creationId xmlns:p14="http://schemas.microsoft.com/office/powerpoint/2010/main" val="3348988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7D0F-185F-93A8-4A36-BD9BCBBDEBEC}"/>
              </a:ext>
            </a:extLst>
          </p:cNvPr>
          <p:cNvSpPr>
            <a:spLocks noGrp="1"/>
          </p:cNvSpPr>
          <p:nvPr>
            <p:ph type="title"/>
          </p:nvPr>
        </p:nvSpPr>
        <p:spPr>
          <a:xfrm>
            <a:off x="508001" y="457200"/>
            <a:ext cx="6447501" cy="723418"/>
          </a:xfrm>
        </p:spPr>
        <p:txBody>
          <a:bodyPr>
            <a:normAutofit fontScale="90000"/>
          </a:bodyPr>
          <a:lstStyle/>
          <a:p>
            <a:r>
              <a:rPr lang="en-US" sz="3600" b="1" dirty="0">
                <a:solidFill>
                  <a:srgbClr val="1A2B4A"/>
                </a:solidFill>
                <a:latin typeface="Aptos Display" panose="020B0004020202020204" pitchFamily="34" charset="0"/>
                <a:ea typeface="Calibri" pitchFamily="34" charset="-122"/>
                <a:cs typeface="Calibri" pitchFamily="34" charset="-120"/>
              </a:rPr>
              <a:t>Project Overview</a:t>
            </a:r>
            <a:br>
              <a:rPr lang="en-US" sz="3600" dirty="0"/>
            </a:br>
            <a:endParaRPr lang="en-US" dirty="0"/>
          </a:p>
        </p:txBody>
      </p:sp>
      <p:sp>
        <p:nvSpPr>
          <p:cNvPr id="3" name="Content Placeholder 2">
            <a:extLst>
              <a:ext uri="{FF2B5EF4-FFF2-40B4-BE49-F238E27FC236}">
                <a16:creationId xmlns:a16="http://schemas.microsoft.com/office/drawing/2014/main" id="{FC3320F9-CBF4-0C26-C39D-DD0624171872}"/>
              </a:ext>
            </a:extLst>
          </p:cNvPr>
          <p:cNvSpPr>
            <a:spLocks noGrp="1"/>
          </p:cNvSpPr>
          <p:nvPr>
            <p:ph sz="half" idx="1"/>
          </p:nvPr>
        </p:nvSpPr>
        <p:spPr>
          <a:xfrm>
            <a:off x="508001" y="1296366"/>
            <a:ext cx="3541852" cy="3234656"/>
          </a:xfrm>
        </p:spPr>
        <p:txBody>
          <a:bodyPr>
            <a:normAutofit/>
          </a:bodyPr>
          <a:lstStyle/>
          <a:p>
            <a:pPr marL="0" indent="0">
              <a:buNone/>
            </a:pPr>
            <a:r>
              <a:rPr lang="en-US" sz="2000" b="1" dirty="0">
                <a:solidFill>
                  <a:schemeClr val="tx1"/>
                </a:solidFill>
                <a:highlight>
                  <a:srgbClr val="FF00FF"/>
                </a:highlight>
                <a:latin typeface="Aptos Display" panose="020B0004020202020204" pitchFamily="34" charset="0"/>
              </a:rPr>
              <a:t>Technology Stack</a:t>
            </a:r>
          </a:p>
          <a:p>
            <a:r>
              <a:rPr lang="en-US" sz="2000" dirty="0">
                <a:solidFill>
                  <a:schemeClr val="tx1"/>
                </a:solidFill>
                <a:latin typeface="Aptos Display" panose="020B0004020202020204" pitchFamily="34" charset="0"/>
              </a:rPr>
              <a:t>Node.js - JavaScript runtime</a:t>
            </a:r>
          </a:p>
          <a:p>
            <a:r>
              <a:rPr lang="en-US" sz="2000" dirty="0">
                <a:solidFill>
                  <a:schemeClr val="tx1"/>
                </a:solidFill>
                <a:latin typeface="Aptos Display" panose="020B0004020202020204" pitchFamily="34" charset="0"/>
              </a:rPr>
              <a:t>Express - Web framework</a:t>
            </a:r>
          </a:p>
          <a:p>
            <a:r>
              <a:rPr lang="en-US" sz="2000" dirty="0">
                <a:solidFill>
                  <a:schemeClr val="tx1"/>
                </a:solidFill>
                <a:latin typeface="Aptos Display" panose="020B0004020202020204" pitchFamily="34" charset="0"/>
              </a:rPr>
              <a:t>TypeScript - Type-safe coding</a:t>
            </a:r>
          </a:p>
          <a:p>
            <a:r>
              <a:rPr lang="en-US" sz="2000" dirty="0">
                <a:solidFill>
                  <a:schemeClr val="tx1"/>
                </a:solidFill>
                <a:latin typeface="Aptos Display" panose="020B0004020202020204" pitchFamily="34" charset="0"/>
              </a:rPr>
              <a:t>MySQL - Database</a:t>
            </a:r>
          </a:p>
          <a:p>
            <a:r>
              <a:rPr lang="en-US" sz="2000" dirty="0">
                <a:solidFill>
                  <a:schemeClr val="tx1"/>
                </a:solidFill>
                <a:latin typeface="Aptos Display" panose="020B0004020202020204" pitchFamily="34" charset="0"/>
              </a:rPr>
              <a:t>Postman - API testing</a:t>
            </a:r>
          </a:p>
          <a:p>
            <a:endParaRPr lang="en-US" sz="2000" dirty="0"/>
          </a:p>
          <a:p>
            <a:endParaRPr lang="en-US" sz="2400" dirty="0"/>
          </a:p>
          <a:p>
            <a:pPr marL="0" indent="0">
              <a:buNone/>
            </a:pPr>
            <a:endParaRPr lang="en-US" b="1" dirty="0"/>
          </a:p>
          <a:p>
            <a:endParaRPr lang="en-US" dirty="0"/>
          </a:p>
        </p:txBody>
      </p:sp>
      <p:sp>
        <p:nvSpPr>
          <p:cNvPr id="4" name="Content Placeholder 3">
            <a:extLst>
              <a:ext uri="{FF2B5EF4-FFF2-40B4-BE49-F238E27FC236}">
                <a16:creationId xmlns:a16="http://schemas.microsoft.com/office/drawing/2014/main" id="{D294163E-66F0-0C16-A0AB-4A28FDEF7191}"/>
              </a:ext>
            </a:extLst>
          </p:cNvPr>
          <p:cNvSpPr>
            <a:spLocks noGrp="1"/>
          </p:cNvSpPr>
          <p:nvPr>
            <p:ph sz="half" idx="2"/>
          </p:nvPr>
        </p:nvSpPr>
        <p:spPr>
          <a:xfrm>
            <a:off x="4571999" y="1296366"/>
            <a:ext cx="3541853" cy="323465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highlight>
                  <a:srgbClr val="FF00FF"/>
                </a:highlight>
                <a:uLnTx/>
                <a:uFillTx/>
                <a:latin typeface="Aptos Display" panose="020B0004020202020204" pitchFamily="34" charset="0"/>
              </a:rPr>
              <a:t>What the API Does</a:t>
            </a:r>
          </a:p>
          <a:p>
            <a:pPr defTabSz="914400">
              <a:lnSpc>
                <a:spcPct val="100000"/>
              </a:lnSpc>
              <a:spcBef>
                <a:spcPts val="0"/>
              </a:spcBef>
              <a:defRPr/>
            </a:pPr>
            <a:r>
              <a:rPr lang="en-US" sz="2000" dirty="0">
                <a:solidFill>
                  <a:schemeClr val="tx1"/>
                </a:solidFill>
                <a:latin typeface="Aptos Display" panose="020B0004020202020204" pitchFamily="34" charset="0"/>
              </a:rPr>
              <a:t>Manages prayer requests</a:t>
            </a:r>
          </a:p>
          <a:p>
            <a:pPr defTabSz="914400">
              <a:lnSpc>
                <a:spcPct val="100000"/>
              </a:lnSpc>
              <a:spcBef>
                <a:spcPts val="0"/>
              </a:spcBef>
              <a:defRPr/>
            </a:pPr>
            <a:r>
              <a:rPr lang="en-US" sz="2000" dirty="0">
                <a:solidFill>
                  <a:schemeClr val="tx1"/>
                </a:solidFill>
                <a:latin typeface="Aptos Display" panose="020B0004020202020204" pitchFamily="34" charset="0"/>
              </a:rPr>
              <a:t>Organizes prayers into categories</a:t>
            </a:r>
          </a:p>
          <a:p>
            <a:pPr defTabSz="914400">
              <a:lnSpc>
                <a:spcPct val="100000"/>
              </a:lnSpc>
              <a:spcBef>
                <a:spcPts val="0"/>
              </a:spcBef>
              <a:defRPr/>
            </a:pPr>
            <a:r>
              <a:rPr lang="en-US" sz="2000" dirty="0">
                <a:solidFill>
                  <a:schemeClr val="tx1"/>
                </a:solidFill>
                <a:latin typeface="Aptos Display" panose="020B0004020202020204" pitchFamily="34" charset="0"/>
              </a:rPr>
              <a:t>Tracks answered prayers</a:t>
            </a:r>
          </a:p>
          <a:p>
            <a:pPr defTabSz="914400">
              <a:lnSpc>
                <a:spcPct val="100000"/>
              </a:lnSpc>
              <a:spcBef>
                <a:spcPts val="0"/>
              </a:spcBef>
              <a:defRPr/>
            </a:pPr>
            <a:r>
              <a:rPr lang="en-US" sz="2000" dirty="0">
                <a:solidFill>
                  <a:schemeClr val="tx1"/>
                </a:solidFill>
                <a:latin typeface="Aptos Display" panose="020B0004020202020204" pitchFamily="34" charset="0"/>
              </a:rPr>
              <a:t>Supports full CRUD operations</a:t>
            </a:r>
          </a:p>
          <a:p>
            <a:pPr defTabSz="914400">
              <a:lnSpc>
                <a:spcPct val="100000"/>
              </a:lnSpc>
              <a:spcBef>
                <a:spcPts val="0"/>
              </a:spcBef>
              <a:defRPr/>
            </a:pPr>
            <a:r>
              <a:rPr lang="en-US" sz="2000" dirty="0">
                <a:solidFill>
                  <a:schemeClr val="tx1"/>
                </a:solidFill>
                <a:latin typeface="Aptos Display" panose="020B0004020202020204" pitchFamily="34" charset="0"/>
              </a:rPr>
              <a:t>14 API endpoints total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Aptos" panose="02110004020202020204"/>
              <a:ea typeface="+mn-ea"/>
              <a:cs typeface="+mn-cs"/>
            </a:endParaRPr>
          </a:p>
          <a:p>
            <a:endParaRPr lang="en-US" dirty="0"/>
          </a:p>
        </p:txBody>
      </p:sp>
    </p:spTree>
    <p:extLst>
      <p:ext uri="{BB962C8B-B14F-4D97-AF65-F5344CB8AC3E}">
        <p14:creationId xmlns:p14="http://schemas.microsoft.com/office/powerpoint/2010/main" val="3791073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6080-1831-FB93-4572-D1F5F634CAF5}"/>
              </a:ext>
            </a:extLst>
          </p:cNvPr>
          <p:cNvSpPr>
            <a:spLocks noGrp="1"/>
          </p:cNvSpPr>
          <p:nvPr>
            <p:ph type="title"/>
          </p:nvPr>
        </p:nvSpPr>
        <p:spPr>
          <a:xfrm>
            <a:off x="508001" y="457200"/>
            <a:ext cx="6447501" cy="723418"/>
          </a:xfrm>
        </p:spPr>
        <p:txBody>
          <a:bodyPr>
            <a:normAutofit fontScale="90000"/>
          </a:bodyPr>
          <a:lstStyle/>
          <a:p>
            <a:r>
              <a:rPr lang="en-US" sz="3600" b="1" dirty="0">
                <a:solidFill>
                  <a:srgbClr val="1A2B4A"/>
                </a:solidFill>
                <a:latin typeface="Aptos Display" panose="020B0004020202020204" pitchFamily="34" charset="0"/>
                <a:ea typeface="Calibri" pitchFamily="34" charset="-122"/>
                <a:cs typeface="Calibri" pitchFamily="34" charset="-120"/>
              </a:rPr>
              <a:t>API Endpoints Created</a:t>
            </a:r>
            <a:br>
              <a:rPr lang="en-US" sz="3600" dirty="0"/>
            </a:br>
            <a:endParaRPr lang="en-US" dirty="0"/>
          </a:p>
        </p:txBody>
      </p:sp>
      <p:sp>
        <p:nvSpPr>
          <p:cNvPr id="3" name="Content Placeholder 2">
            <a:extLst>
              <a:ext uri="{FF2B5EF4-FFF2-40B4-BE49-F238E27FC236}">
                <a16:creationId xmlns:a16="http://schemas.microsoft.com/office/drawing/2014/main" id="{53DDEDFF-3BE6-BFEF-61AC-792FB1EE61A8}"/>
              </a:ext>
            </a:extLst>
          </p:cNvPr>
          <p:cNvSpPr>
            <a:spLocks noGrp="1"/>
          </p:cNvSpPr>
          <p:nvPr>
            <p:ph sz="half" idx="1"/>
          </p:nvPr>
        </p:nvSpPr>
        <p:spPr>
          <a:xfrm>
            <a:off x="508001" y="1331090"/>
            <a:ext cx="3138026" cy="3199932"/>
          </a:xfrm>
        </p:spPr>
        <p:txBody>
          <a:bodyPr>
            <a:normAutofit fontScale="62500" lnSpcReduction="20000"/>
          </a:bodyPr>
          <a:lstStyle/>
          <a:p>
            <a:pPr marL="0" indent="0">
              <a:buNone/>
            </a:pPr>
            <a:r>
              <a:rPr lang="en-US" sz="2600" b="1" dirty="0">
                <a:solidFill>
                  <a:schemeClr val="tx1"/>
                </a:solidFill>
                <a:highlight>
                  <a:srgbClr val="FF00FF"/>
                </a:highlight>
                <a:latin typeface="Aptos Display" panose="020B0004020202020204" pitchFamily="34" charset="0"/>
              </a:rPr>
              <a:t>Prayer Endpoints (9)</a:t>
            </a:r>
            <a:endParaRPr lang="en-US" sz="26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GET all prayers</a:t>
            </a:r>
          </a:p>
          <a:p>
            <a:r>
              <a:rPr lang="en-US" sz="2600" dirty="0">
                <a:solidFill>
                  <a:schemeClr val="tx1"/>
                </a:solidFill>
                <a:latin typeface="Aptos Display" panose="020B0004020202020204" pitchFamily="34" charset="0"/>
              </a:rPr>
              <a:t>GET prayer by ID</a:t>
            </a:r>
          </a:p>
          <a:p>
            <a:r>
              <a:rPr lang="en-US" sz="2600" dirty="0">
                <a:solidFill>
                  <a:schemeClr val="tx1"/>
                </a:solidFill>
                <a:latin typeface="Aptos Display" panose="020B0004020202020204" pitchFamily="34" charset="0"/>
              </a:rPr>
              <a:t>GET prayers by category</a:t>
            </a:r>
          </a:p>
          <a:p>
            <a:r>
              <a:rPr lang="en-US" sz="2600" dirty="0">
                <a:solidFill>
                  <a:schemeClr val="tx1"/>
                </a:solidFill>
                <a:latin typeface="Aptos Display" panose="020B0004020202020204" pitchFamily="34" charset="0"/>
              </a:rPr>
              <a:t>GET answered prayers</a:t>
            </a:r>
          </a:p>
          <a:p>
            <a:r>
              <a:rPr lang="en-US" sz="2600" dirty="0">
                <a:solidFill>
                  <a:schemeClr val="tx1"/>
                </a:solidFill>
                <a:latin typeface="Aptos Display" panose="020B0004020202020204" pitchFamily="34" charset="0"/>
              </a:rPr>
              <a:t>Search prayers by keyword</a:t>
            </a:r>
          </a:p>
          <a:p>
            <a:r>
              <a:rPr lang="en-US" sz="2600" dirty="0">
                <a:solidFill>
                  <a:schemeClr val="tx1"/>
                </a:solidFill>
                <a:latin typeface="Aptos Display" panose="020B0004020202020204" pitchFamily="34" charset="0"/>
              </a:rPr>
              <a:t>CREATE new prayer</a:t>
            </a:r>
          </a:p>
          <a:p>
            <a:r>
              <a:rPr lang="en-US" sz="2600" dirty="0">
                <a:solidFill>
                  <a:schemeClr val="tx1"/>
                </a:solidFill>
                <a:latin typeface="Aptos Display" panose="020B0004020202020204" pitchFamily="34" charset="0"/>
              </a:rPr>
              <a:t>UPDATE prayer</a:t>
            </a:r>
          </a:p>
          <a:p>
            <a:r>
              <a:rPr lang="en-US" sz="2600" dirty="0">
                <a:solidFill>
                  <a:schemeClr val="tx1"/>
                </a:solidFill>
                <a:latin typeface="Aptos Display" panose="020B0004020202020204" pitchFamily="34" charset="0"/>
              </a:rPr>
              <a:t>MARK prayer as answered</a:t>
            </a:r>
          </a:p>
          <a:p>
            <a:r>
              <a:rPr lang="en-US" sz="2600" dirty="0">
                <a:solidFill>
                  <a:schemeClr val="tx1"/>
                </a:solidFill>
                <a:latin typeface="Aptos Display" panose="020B0004020202020204" pitchFamily="34" charset="0"/>
              </a:rPr>
              <a:t>DELETE prayer</a:t>
            </a:r>
          </a:p>
          <a:p>
            <a:endParaRPr lang="en-US" dirty="0"/>
          </a:p>
        </p:txBody>
      </p:sp>
      <p:sp>
        <p:nvSpPr>
          <p:cNvPr id="4" name="Content Placeholder 3">
            <a:extLst>
              <a:ext uri="{FF2B5EF4-FFF2-40B4-BE49-F238E27FC236}">
                <a16:creationId xmlns:a16="http://schemas.microsoft.com/office/drawing/2014/main" id="{7BB22B6D-6F2B-409F-F310-AD534676F9AF}"/>
              </a:ext>
            </a:extLst>
          </p:cNvPr>
          <p:cNvSpPr>
            <a:spLocks noGrp="1"/>
          </p:cNvSpPr>
          <p:nvPr>
            <p:ph sz="half" idx="2"/>
          </p:nvPr>
        </p:nvSpPr>
        <p:spPr>
          <a:xfrm>
            <a:off x="4083695" y="1475766"/>
            <a:ext cx="3138026" cy="2910580"/>
          </a:xfrm>
        </p:spPr>
        <p:txBody>
          <a:bodyPr>
            <a:normAutofit fontScale="62500" lnSpcReduction="20000"/>
          </a:bodyPr>
          <a:lstStyle/>
          <a:p>
            <a:pPr marL="0" indent="0">
              <a:buNone/>
            </a:pPr>
            <a:r>
              <a:rPr lang="en-US" sz="2600" b="1" dirty="0">
                <a:solidFill>
                  <a:schemeClr val="tx1"/>
                </a:solidFill>
                <a:highlight>
                  <a:srgbClr val="FF00FF"/>
                </a:highlight>
                <a:latin typeface="Aptos Display" panose="020B0004020202020204" pitchFamily="34" charset="0"/>
              </a:rPr>
              <a:t>Category Endpoints (5)</a:t>
            </a:r>
            <a:endParaRPr lang="en-US" sz="26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GET all categories</a:t>
            </a:r>
          </a:p>
          <a:p>
            <a:r>
              <a:rPr lang="en-US" sz="2600" dirty="0">
                <a:solidFill>
                  <a:schemeClr val="tx1"/>
                </a:solidFill>
                <a:latin typeface="Aptos Display" panose="020B0004020202020204" pitchFamily="34" charset="0"/>
              </a:rPr>
              <a:t>GET category by ID</a:t>
            </a:r>
          </a:p>
          <a:p>
            <a:r>
              <a:rPr lang="en-US" sz="2600" dirty="0">
                <a:solidFill>
                  <a:schemeClr val="tx1"/>
                </a:solidFill>
                <a:latin typeface="Aptos Display" panose="020B0004020202020204" pitchFamily="34" charset="0"/>
              </a:rPr>
              <a:t>CREATE category</a:t>
            </a:r>
          </a:p>
          <a:p>
            <a:r>
              <a:rPr lang="en-US" sz="2600" dirty="0">
                <a:solidFill>
                  <a:schemeClr val="tx1"/>
                </a:solidFill>
                <a:latin typeface="Aptos Display" panose="020B0004020202020204" pitchFamily="34" charset="0"/>
              </a:rPr>
              <a:t>UPDATE category</a:t>
            </a:r>
          </a:p>
          <a:p>
            <a:r>
              <a:rPr lang="en-US" sz="2600" dirty="0">
                <a:solidFill>
                  <a:schemeClr val="tx1"/>
                </a:solidFill>
                <a:latin typeface="Aptos Display" panose="020B0004020202020204" pitchFamily="34" charset="0"/>
              </a:rPr>
              <a:t>DELETE category</a:t>
            </a:r>
          </a:p>
          <a:p>
            <a:endParaRPr lang="en-US" dirty="0"/>
          </a:p>
        </p:txBody>
      </p:sp>
    </p:spTree>
    <p:extLst>
      <p:ext uri="{BB962C8B-B14F-4D97-AF65-F5344CB8AC3E}">
        <p14:creationId xmlns:p14="http://schemas.microsoft.com/office/powerpoint/2010/main" val="1892905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CD44-8CC5-1730-9DBB-762BCEDFC6D1}"/>
              </a:ext>
            </a:extLst>
          </p:cNvPr>
          <p:cNvSpPr>
            <a:spLocks noGrp="1"/>
          </p:cNvSpPr>
          <p:nvPr>
            <p:ph type="title"/>
          </p:nvPr>
        </p:nvSpPr>
        <p:spPr>
          <a:xfrm>
            <a:off x="628650" y="273844"/>
            <a:ext cx="7886700" cy="640556"/>
          </a:xfrm>
        </p:spPr>
        <p:txBody>
          <a:bodyPr>
            <a:normAutofit fontScale="90000"/>
          </a:bodyPr>
          <a:lstStyle/>
          <a:p>
            <a:r>
              <a:rPr lang="en-US" sz="3600" b="1" dirty="0">
                <a:latin typeface="Aptos Display" panose="020B0004020202020204" pitchFamily="34" charset="0"/>
                <a:ea typeface="Calibri" pitchFamily="34" charset="-122"/>
                <a:cs typeface="Calibri" pitchFamily="34" charset="-120"/>
              </a:rPr>
              <a:t>Challenges Encountered</a:t>
            </a:r>
            <a:br>
              <a:rPr lang="en-US" sz="3600" dirty="0"/>
            </a:br>
            <a:endParaRPr lang="en-US" dirty="0"/>
          </a:p>
        </p:txBody>
      </p:sp>
      <p:sp>
        <p:nvSpPr>
          <p:cNvPr id="3" name="Content Placeholder 2">
            <a:extLst>
              <a:ext uri="{FF2B5EF4-FFF2-40B4-BE49-F238E27FC236}">
                <a16:creationId xmlns:a16="http://schemas.microsoft.com/office/drawing/2014/main" id="{8BD497C7-EC72-3BAD-5D26-767BE0938363}"/>
              </a:ext>
            </a:extLst>
          </p:cNvPr>
          <p:cNvSpPr>
            <a:spLocks noGrp="1"/>
          </p:cNvSpPr>
          <p:nvPr>
            <p:ph sz="half" idx="1"/>
          </p:nvPr>
        </p:nvSpPr>
        <p:spPr>
          <a:xfrm>
            <a:off x="393540" y="1369219"/>
            <a:ext cx="3885384" cy="3263504"/>
          </a:xfrm>
        </p:spPr>
        <p:txBody>
          <a:bodyPr>
            <a:normAutofit fontScale="85000" lnSpcReduction="20000"/>
          </a:bodyPr>
          <a:lstStyle/>
          <a:p>
            <a:pPr marL="0" indent="0">
              <a:buNone/>
            </a:pPr>
            <a:r>
              <a:rPr lang="en-US" sz="2600" b="1" dirty="0">
                <a:solidFill>
                  <a:schemeClr val="tx1"/>
                </a:solidFill>
                <a:highlight>
                  <a:srgbClr val="FF00FF"/>
                </a:highlight>
                <a:latin typeface="Aptos Display" panose="020B0004020202020204" pitchFamily="34" charset="0"/>
              </a:rPr>
              <a:t>1. TypeScript Type Errors</a:t>
            </a:r>
            <a:endParaRPr lang="en-US" sz="26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Red underlines on req.params.id and </a:t>
            </a:r>
            <a:r>
              <a:rPr lang="en-US" sz="2600" dirty="0" err="1">
                <a:solidFill>
                  <a:schemeClr val="tx1"/>
                </a:solidFill>
                <a:latin typeface="Aptos Display" panose="020B0004020202020204" pitchFamily="34" charset="0"/>
              </a:rPr>
              <a:t>req.query.userId</a:t>
            </a:r>
            <a:r>
              <a:rPr lang="en-US" sz="2600" dirty="0">
                <a:solidFill>
                  <a:schemeClr val="tx1"/>
                </a:solidFill>
                <a:latin typeface="Aptos Display" panose="020B0004020202020204" pitchFamily="34" charset="0"/>
              </a:rPr>
              <a:t> because TypeScript did not know these would be strings. Fixed by adding 'as string' type assertions.</a:t>
            </a:r>
          </a:p>
          <a:p>
            <a:endParaRPr lang="en-US" sz="2400" dirty="0"/>
          </a:p>
          <a:p>
            <a:pPr marL="0" indent="0">
              <a:buNone/>
            </a:pPr>
            <a:r>
              <a:rPr lang="en-US" sz="2400" dirty="0">
                <a:solidFill>
                  <a:srgbClr val="A8C0D6"/>
                </a:solidFill>
              </a:rPr>
              <a:t>.</a:t>
            </a:r>
            <a:endParaRPr lang="en-US" sz="2400" dirty="0"/>
          </a:p>
          <a:p>
            <a:endParaRPr lang="en-US" sz="2400" dirty="0"/>
          </a:p>
          <a:p>
            <a:endParaRPr lang="en-US" dirty="0"/>
          </a:p>
        </p:txBody>
      </p:sp>
      <p:sp>
        <p:nvSpPr>
          <p:cNvPr id="4" name="Content Placeholder 3">
            <a:extLst>
              <a:ext uri="{FF2B5EF4-FFF2-40B4-BE49-F238E27FC236}">
                <a16:creationId xmlns:a16="http://schemas.microsoft.com/office/drawing/2014/main" id="{E50C5917-033D-418C-86BC-96F7DB9FC0CA}"/>
              </a:ext>
            </a:extLst>
          </p:cNvPr>
          <p:cNvSpPr>
            <a:spLocks noGrp="1"/>
          </p:cNvSpPr>
          <p:nvPr>
            <p:ph sz="half" idx="2"/>
          </p:nvPr>
        </p:nvSpPr>
        <p:spPr>
          <a:xfrm>
            <a:off x="4278923" y="1369219"/>
            <a:ext cx="4236427" cy="3263504"/>
          </a:xfrm>
        </p:spPr>
        <p:txBody>
          <a:bodyPr>
            <a:normAutofit fontScale="85000" lnSpcReduction="20000"/>
          </a:bodyPr>
          <a:lstStyle/>
          <a:p>
            <a:pPr marL="0" indent="0">
              <a:buNone/>
            </a:pPr>
            <a:r>
              <a:rPr lang="en-US" sz="2600" b="1" dirty="0">
                <a:solidFill>
                  <a:schemeClr val="tx1"/>
                </a:solidFill>
                <a:highlight>
                  <a:srgbClr val="FF00FF"/>
                </a:highlight>
                <a:latin typeface="Aptos Display" panose="020B0004020202020204" pitchFamily="34" charset="0"/>
              </a:rPr>
              <a:t>2. Database Connection Issues</a:t>
            </a:r>
          </a:p>
          <a:p>
            <a:r>
              <a:rPr lang="en-US" sz="2600" dirty="0">
                <a:solidFill>
                  <a:schemeClr val="tx1"/>
                </a:solidFill>
                <a:latin typeface="Aptos Display" panose="020B0004020202020204" pitchFamily="34" charset="0"/>
              </a:rPr>
              <a:t>Connection pool errors during development because the MySQL connector was not initialized before the routes. Fixed by calling </a:t>
            </a:r>
            <a:r>
              <a:rPr lang="en-US" sz="2600" dirty="0" err="1">
                <a:solidFill>
                  <a:schemeClr val="tx1"/>
                </a:solidFill>
                <a:latin typeface="Aptos Display" panose="020B0004020202020204" pitchFamily="34" charset="0"/>
              </a:rPr>
              <a:t>initializeMySqlConnector</a:t>
            </a:r>
            <a:r>
              <a:rPr lang="en-US" sz="2600" dirty="0">
                <a:solidFill>
                  <a:schemeClr val="tx1"/>
                </a:solidFill>
                <a:latin typeface="Aptos Display" panose="020B0004020202020204" pitchFamily="34" charset="0"/>
              </a:rPr>
              <a:t>() first.</a:t>
            </a:r>
          </a:p>
          <a:p>
            <a:endParaRPr lang="en-US" sz="2400" dirty="0"/>
          </a:p>
          <a:p>
            <a:pPr marL="0" indent="0">
              <a:buNone/>
            </a:pPr>
            <a:endParaRPr lang="en-US" dirty="0"/>
          </a:p>
        </p:txBody>
      </p:sp>
    </p:spTree>
    <p:extLst>
      <p:ext uri="{BB962C8B-B14F-4D97-AF65-F5344CB8AC3E}">
        <p14:creationId xmlns:p14="http://schemas.microsoft.com/office/powerpoint/2010/main" val="240236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4C2C-23EE-1452-0D81-B3DBB41F9427}"/>
              </a:ext>
            </a:extLst>
          </p:cNvPr>
          <p:cNvSpPr>
            <a:spLocks noGrp="1"/>
          </p:cNvSpPr>
          <p:nvPr>
            <p:ph type="title"/>
          </p:nvPr>
        </p:nvSpPr>
        <p:spPr>
          <a:xfrm>
            <a:off x="628650" y="273844"/>
            <a:ext cx="7886700" cy="664002"/>
          </a:xfrm>
        </p:spPr>
        <p:txBody>
          <a:bodyPr>
            <a:normAutofit fontScale="90000"/>
          </a:bodyPr>
          <a:lstStyle/>
          <a:p>
            <a:r>
              <a:rPr lang="en-US" sz="3600" b="1" dirty="0">
                <a:solidFill>
                  <a:schemeClr val="tx1"/>
                </a:solidFill>
                <a:latin typeface="Aptos Display" panose="020B0004020202020204" pitchFamily="34" charset="0"/>
                <a:ea typeface="Calibri" pitchFamily="34" charset="-122"/>
                <a:cs typeface="Calibri" pitchFamily="34" charset="-120"/>
              </a:rPr>
              <a:t>Pending Bugs and Issues</a:t>
            </a:r>
            <a:br>
              <a:rPr lang="en-US" sz="3600" dirty="0"/>
            </a:br>
            <a:endParaRPr lang="en-US" dirty="0"/>
          </a:p>
        </p:txBody>
      </p:sp>
      <p:sp>
        <p:nvSpPr>
          <p:cNvPr id="3" name="Content Placeholder 2">
            <a:extLst>
              <a:ext uri="{FF2B5EF4-FFF2-40B4-BE49-F238E27FC236}">
                <a16:creationId xmlns:a16="http://schemas.microsoft.com/office/drawing/2014/main" id="{7D075FB5-49F4-1242-540C-938D9BA086F8}"/>
              </a:ext>
            </a:extLst>
          </p:cNvPr>
          <p:cNvSpPr>
            <a:spLocks noGrp="1"/>
          </p:cNvSpPr>
          <p:nvPr>
            <p:ph sz="half" idx="1"/>
          </p:nvPr>
        </p:nvSpPr>
        <p:spPr>
          <a:xfrm>
            <a:off x="628650" y="1090246"/>
            <a:ext cx="3886200" cy="3542477"/>
          </a:xfrm>
        </p:spPr>
        <p:txBody>
          <a:bodyPr>
            <a:normAutofit fontScale="92500" lnSpcReduction="10000"/>
          </a:bodyPr>
          <a:lstStyle/>
          <a:p>
            <a:r>
              <a:rPr lang="en-US" sz="2400" b="1" dirty="0">
                <a:solidFill>
                  <a:srgbClr val="C00000"/>
                </a:solidFill>
                <a:latin typeface="Aptos Display" panose="020B0004020202020204" pitchFamily="34" charset="0"/>
              </a:rPr>
              <a:t>Passwords Not Hashed </a:t>
            </a:r>
            <a:r>
              <a:rPr lang="en-US" sz="2400" b="1" dirty="0">
                <a:solidFill>
                  <a:schemeClr val="tx1"/>
                </a:solidFill>
                <a:latin typeface="Aptos Display" panose="020B0004020202020204" pitchFamily="34" charset="0"/>
              </a:rPr>
              <a:t>-</a:t>
            </a:r>
            <a:r>
              <a:rPr lang="en-US" sz="2400" dirty="0">
                <a:solidFill>
                  <a:schemeClr val="tx1"/>
                </a:solidFill>
                <a:latin typeface="Aptos Display" panose="020B0004020202020204" pitchFamily="34" charset="0"/>
              </a:rPr>
              <a:t> Plain text passwords stored in the database. Major security risk. Needs </a:t>
            </a:r>
            <a:r>
              <a:rPr lang="en-US" sz="2400" dirty="0" err="1">
                <a:solidFill>
                  <a:schemeClr val="tx1"/>
                </a:solidFill>
                <a:latin typeface="Aptos Display" panose="020B0004020202020204" pitchFamily="34" charset="0"/>
              </a:rPr>
              <a:t>bcrypt</a:t>
            </a:r>
            <a:r>
              <a:rPr lang="en-US" sz="2400" dirty="0">
                <a:solidFill>
                  <a:schemeClr val="tx1"/>
                </a:solidFill>
                <a:latin typeface="Aptos Display" panose="020B0004020202020204" pitchFamily="34" charset="0"/>
              </a:rPr>
              <a:t> implementation</a:t>
            </a:r>
          </a:p>
          <a:p>
            <a:r>
              <a:rPr lang="en-US" sz="2400" b="1" dirty="0">
                <a:solidFill>
                  <a:srgbClr val="C00000"/>
                </a:solidFill>
                <a:latin typeface="Aptos Display" panose="020B0004020202020204" pitchFamily="34" charset="0"/>
              </a:rPr>
              <a:t>No Authentication </a:t>
            </a:r>
            <a:r>
              <a:rPr lang="en-US" sz="2400" b="1" dirty="0">
                <a:solidFill>
                  <a:schemeClr val="tx1"/>
                </a:solidFill>
                <a:latin typeface="Aptos Display" panose="020B0004020202020204" pitchFamily="34" charset="0"/>
              </a:rPr>
              <a:t>- </a:t>
            </a:r>
            <a:r>
              <a:rPr lang="en-US" sz="2400" dirty="0" err="1">
                <a:solidFill>
                  <a:schemeClr val="tx1"/>
                </a:solidFill>
                <a:latin typeface="Aptos Display" panose="020B0004020202020204" pitchFamily="34" charset="0"/>
              </a:rPr>
              <a:t>userId</a:t>
            </a:r>
            <a:r>
              <a:rPr lang="en-US" sz="2400" dirty="0">
                <a:solidFill>
                  <a:schemeClr val="tx1"/>
                </a:solidFill>
                <a:latin typeface="Aptos Display" panose="020B0004020202020204" pitchFamily="34" charset="0"/>
              </a:rPr>
              <a:t> passed manually in every request. Anyone who knows a </a:t>
            </a:r>
            <a:r>
              <a:rPr lang="en-US" sz="2400" dirty="0" err="1">
                <a:solidFill>
                  <a:schemeClr val="tx1"/>
                </a:solidFill>
                <a:latin typeface="Aptos Display" panose="020B0004020202020204" pitchFamily="34" charset="0"/>
              </a:rPr>
              <a:t>userId</a:t>
            </a:r>
            <a:r>
              <a:rPr lang="en-US" sz="2400" dirty="0">
                <a:solidFill>
                  <a:schemeClr val="tx1"/>
                </a:solidFill>
                <a:latin typeface="Aptos Display" panose="020B0004020202020204" pitchFamily="34" charset="0"/>
              </a:rPr>
              <a:t> can access that user's prayers.</a:t>
            </a:r>
          </a:p>
          <a:p>
            <a:endParaRPr lang="en-US" sz="2400" dirty="0"/>
          </a:p>
          <a:p>
            <a:endParaRPr lang="en-US" dirty="0"/>
          </a:p>
        </p:txBody>
      </p:sp>
      <p:sp>
        <p:nvSpPr>
          <p:cNvPr id="4" name="Content Placeholder 3">
            <a:extLst>
              <a:ext uri="{FF2B5EF4-FFF2-40B4-BE49-F238E27FC236}">
                <a16:creationId xmlns:a16="http://schemas.microsoft.com/office/drawing/2014/main" id="{D2C60689-938F-4135-7719-65E5FCD7159E}"/>
              </a:ext>
            </a:extLst>
          </p:cNvPr>
          <p:cNvSpPr>
            <a:spLocks noGrp="1"/>
          </p:cNvSpPr>
          <p:nvPr>
            <p:ph sz="half" idx="2"/>
          </p:nvPr>
        </p:nvSpPr>
        <p:spPr>
          <a:xfrm>
            <a:off x="4629150" y="1090246"/>
            <a:ext cx="3886200" cy="3542477"/>
          </a:xfrm>
        </p:spPr>
        <p:txBody>
          <a:bodyPr>
            <a:normAutofit fontScale="92500" lnSpcReduction="10000"/>
          </a:bodyPr>
          <a:lstStyle/>
          <a:p>
            <a:r>
              <a:rPr lang="en-US" sz="2400" b="1" dirty="0">
                <a:solidFill>
                  <a:srgbClr val="FFC000"/>
                </a:solidFill>
                <a:latin typeface="Aptos Display" panose="020B0004020202020204" pitchFamily="34" charset="0"/>
              </a:rPr>
              <a:t>No Request Logging </a:t>
            </a:r>
            <a:r>
              <a:rPr lang="en-US" sz="2400" b="1" dirty="0">
                <a:solidFill>
                  <a:schemeClr val="tx1"/>
                </a:solidFill>
                <a:latin typeface="Aptos Display" panose="020B0004020202020204" pitchFamily="34" charset="0"/>
              </a:rPr>
              <a:t>- </a:t>
            </a:r>
            <a:r>
              <a:rPr lang="en-US" sz="2400" dirty="0">
                <a:solidFill>
                  <a:schemeClr val="tx1"/>
                </a:solidFill>
                <a:latin typeface="Aptos Display" panose="020B0004020202020204" pitchFamily="34" charset="0"/>
              </a:rPr>
              <a:t>Only console.log() used for debugging. Logs disappear when the server restarts. Needs Winston or Morgan.</a:t>
            </a:r>
          </a:p>
          <a:p>
            <a:r>
              <a:rPr lang="en-US" sz="2400" b="1" dirty="0">
                <a:solidFill>
                  <a:srgbClr val="00B050"/>
                </a:solidFill>
                <a:latin typeface="Aptos Display" panose="020B0004020202020204" pitchFamily="34" charset="0"/>
              </a:rPr>
              <a:t>No Rate Limiting </a:t>
            </a:r>
            <a:r>
              <a:rPr lang="en-US" sz="2400" b="1" dirty="0">
                <a:solidFill>
                  <a:schemeClr val="tx1"/>
                </a:solidFill>
                <a:latin typeface="Aptos Display" panose="020B0004020202020204" pitchFamily="34" charset="0"/>
              </a:rPr>
              <a:t>- </a:t>
            </a:r>
            <a:r>
              <a:rPr lang="en-US" sz="2400" dirty="0">
                <a:solidFill>
                  <a:schemeClr val="tx1"/>
                </a:solidFill>
                <a:latin typeface="Aptos Display" panose="020B0004020202020204" pitchFamily="34" charset="0"/>
              </a:rPr>
              <a:t>No protection against spam requests. Needs express-rate-limit to cap 100 requests per hour per user.</a:t>
            </a:r>
          </a:p>
          <a:p>
            <a:endParaRPr lang="en-US" sz="2400" dirty="0"/>
          </a:p>
          <a:p>
            <a:endParaRPr lang="en-US" sz="2400" dirty="0"/>
          </a:p>
          <a:p>
            <a:endParaRPr lang="en-US" dirty="0"/>
          </a:p>
        </p:txBody>
      </p:sp>
    </p:spTree>
    <p:extLst>
      <p:ext uri="{BB962C8B-B14F-4D97-AF65-F5344CB8AC3E}">
        <p14:creationId xmlns:p14="http://schemas.microsoft.com/office/powerpoint/2010/main" val="219501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C424-EB72-E1D2-2767-9F9E738AE064}"/>
              </a:ext>
            </a:extLst>
          </p:cNvPr>
          <p:cNvSpPr>
            <a:spLocks noGrp="1"/>
          </p:cNvSpPr>
          <p:nvPr>
            <p:ph type="title"/>
          </p:nvPr>
        </p:nvSpPr>
        <p:spPr>
          <a:xfrm>
            <a:off x="628650" y="273844"/>
            <a:ext cx="7886700" cy="746064"/>
          </a:xfrm>
        </p:spPr>
        <p:txBody>
          <a:bodyPr>
            <a:normAutofit/>
          </a:bodyPr>
          <a:lstStyle/>
          <a:p>
            <a:r>
              <a:rPr lang="en-US" sz="3200" b="1" dirty="0">
                <a:latin typeface="Aptos Display" panose="020B0004020202020204" pitchFamily="34" charset="0"/>
              </a:rPr>
              <a:t>Lessons Learned</a:t>
            </a:r>
          </a:p>
        </p:txBody>
      </p:sp>
      <p:sp>
        <p:nvSpPr>
          <p:cNvPr id="3" name="Content Placeholder 2">
            <a:extLst>
              <a:ext uri="{FF2B5EF4-FFF2-40B4-BE49-F238E27FC236}">
                <a16:creationId xmlns:a16="http://schemas.microsoft.com/office/drawing/2014/main" id="{EB85A7EE-6072-D561-6B66-FF14D486AFFF}"/>
              </a:ext>
            </a:extLst>
          </p:cNvPr>
          <p:cNvSpPr>
            <a:spLocks noGrp="1"/>
          </p:cNvSpPr>
          <p:nvPr>
            <p:ph sz="half" idx="1"/>
          </p:nvPr>
        </p:nvSpPr>
        <p:spPr>
          <a:xfrm>
            <a:off x="628650" y="1019908"/>
            <a:ext cx="3886200" cy="3612815"/>
          </a:xfrm>
        </p:spPr>
        <p:txBody>
          <a:bodyPr>
            <a:normAutofit fontScale="55000" lnSpcReduction="20000"/>
          </a:bodyPr>
          <a:lstStyle/>
          <a:p>
            <a:pPr marL="0" indent="0">
              <a:buNone/>
            </a:pPr>
            <a:r>
              <a:rPr lang="en-US" sz="2900" b="1" dirty="0">
                <a:highlight>
                  <a:srgbClr val="FF00FF"/>
                </a:highlight>
                <a:latin typeface="Aptos Display" panose="020B0004020202020204" pitchFamily="34" charset="0"/>
              </a:rPr>
              <a:t>1</a:t>
            </a:r>
            <a:r>
              <a:rPr lang="en-US" sz="2900" b="1" dirty="0">
                <a:solidFill>
                  <a:schemeClr val="tx1"/>
                </a:solidFill>
                <a:highlight>
                  <a:srgbClr val="FF00FF"/>
                </a:highlight>
                <a:latin typeface="Aptos Display" panose="020B0004020202020204" pitchFamily="34" charset="0"/>
              </a:rPr>
              <a:t>. Planning Saves Time</a:t>
            </a:r>
            <a:endParaRPr lang="en-US" sz="29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Having the database design and API endpoints planned in Milestone 1 and 2 made coding much faster</a:t>
            </a:r>
          </a:p>
          <a:p>
            <a:r>
              <a:rPr lang="en-US" sz="2600" dirty="0">
                <a:solidFill>
                  <a:schemeClr val="tx1"/>
                </a:solidFill>
                <a:latin typeface="Aptos Display" panose="020B0004020202020204" pitchFamily="34" charset="0"/>
              </a:rPr>
              <a:t>Following the design document prevented mistakes and confusion</a:t>
            </a:r>
          </a:p>
          <a:p>
            <a:r>
              <a:rPr lang="en-US" sz="2600" dirty="0">
                <a:solidFill>
                  <a:schemeClr val="tx1"/>
                </a:solidFill>
                <a:latin typeface="Aptos Display" panose="020B0004020202020204" pitchFamily="34" charset="0"/>
              </a:rPr>
              <a:t>Lesson: Always design before coding.</a:t>
            </a:r>
          </a:p>
          <a:p>
            <a:endParaRPr lang="en-US" sz="1900" dirty="0">
              <a:solidFill>
                <a:schemeClr val="tx1"/>
              </a:solidFill>
              <a:latin typeface="Aptos Display" panose="020B0004020202020204" pitchFamily="34" charset="0"/>
            </a:endParaRPr>
          </a:p>
          <a:p>
            <a:pPr marL="0" indent="0">
              <a:buNone/>
            </a:pPr>
            <a:r>
              <a:rPr lang="en-US" sz="2900" b="1" dirty="0">
                <a:solidFill>
                  <a:schemeClr val="tx1"/>
                </a:solidFill>
                <a:highlight>
                  <a:srgbClr val="FF00FF"/>
                </a:highlight>
                <a:latin typeface="Aptos Display" panose="020B0004020202020204" pitchFamily="34" charset="0"/>
              </a:rPr>
              <a:t>2. TypeScript Catches Errors Early</a:t>
            </a:r>
            <a:endParaRPr lang="en-US" sz="29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Type checking found bugs before running the code</a:t>
            </a:r>
          </a:p>
          <a:p>
            <a:r>
              <a:rPr lang="en-US" sz="2600" dirty="0">
                <a:solidFill>
                  <a:schemeClr val="tx1"/>
                </a:solidFill>
                <a:latin typeface="Aptos Display" panose="020B0004020202020204" pitchFamily="34" charset="0"/>
              </a:rPr>
              <a:t>Red underlines helped fix issues immediately</a:t>
            </a:r>
          </a:p>
          <a:p>
            <a:r>
              <a:rPr lang="en-US" sz="2600" dirty="0">
                <a:solidFill>
                  <a:schemeClr val="tx1"/>
                </a:solidFill>
                <a:latin typeface="Aptos Display" panose="020B0004020202020204" pitchFamily="34" charset="0"/>
              </a:rPr>
              <a:t>Lesson: Type safety is worth the extra</a:t>
            </a:r>
          </a:p>
        </p:txBody>
      </p:sp>
      <p:sp>
        <p:nvSpPr>
          <p:cNvPr id="4" name="Content Placeholder 3">
            <a:extLst>
              <a:ext uri="{FF2B5EF4-FFF2-40B4-BE49-F238E27FC236}">
                <a16:creationId xmlns:a16="http://schemas.microsoft.com/office/drawing/2014/main" id="{12B8C65C-1FE1-76EE-3355-2CDF8F3BC0BD}"/>
              </a:ext>
            </a:extLst>
          </p:cNvPr>
          <p:cNvSpPr>
            <a:spLocks noGrp="1"/>
          </p:cNvSpPr>
          <p:nvPr>
            <p:ph sz="half" idx="2"/>
          </p:nvPr>
        </p:nvSpPr>
        <p:spPr>
          <a:xfrm>
            <a:off x="4629150" y="1019908"/>
            <a:ext cx="3886200" cy="3612815"/>
          </a:xfrm>
        </p:spPr>
        <p:txBody>
          <a:bodyPr>
            <a:normAutofit fontScale="55000" lnSpcReduction="20000"/>
          </a:bodyPr>
          <a:lstStyle/>
          <a:p>
            <a:pPr marL="0" indent="0">
              <a:buNone/>
            </a:pPr>
            <a:r>
              <a:rPr lang="en-US" sz="2900" b="1" dirty="0">
                <a:solidFill>
                  <a:schemeClr val="tx1"/>
                </a:solidFill>
                <a:highlight>
                  <a:srgbClr val="FF00FF"/>
                </a:highlight>
                <a:latin typeface="Aptos Display" panose="020B0004020202020204" pitchFamily="34" charset="0"/>
              </a:rPr>
              <a:t>3. Testing is Essential</a:t>
            </a:r>
            <a:endParaRPr lang="en-US" sz="2900" dirty="0">
              <a:solidFill>
                <a:schemeClr val="tx1"/>
              </a:solidFill>
              <a:highlight>
                <a:srgbClr val="FF00FF"/>
              </a:highlight>
              <a:latin typeface="Aptos Display" panose="020B0004020202020204" pitchFamily="34" charset="0"/>
            </a:endParaRPr>
          </a:p>
          <a:p>
            <a:r>
              <a:rPr lang="en-US" sz="2500" dirty="0">
                <a:solidFill>
                  <a:schemeClr val="tx1"/>
                </a:solidFill>
                <a:latin typeface="Aptos Display" panose="020B0004020202020204" pitchFamily="34" charset="0"/>
              </a:rPr>
              <a:t>Testing each endpoint in Postman immediately after creating it caught problems fast</a:t>
            </a:r>
          </a:p>
          <a:p>
            <a:r>
              <a:rPr lang="en-US" sz="2500" dirty="0">
                <a:solidFill>
                  <a:schemeClr val="tx1"/>
                </a:solidFill>
                <a:latin typeface="Aptos Display" panose="020B0004020202020204" pitchFamily="34" charset="0"/>
              </a:rPr>
              <a:t>Verifying database changes prevented data corruption</a:t>
            </a:r>
          </a:p>
          <a:p>
            <a:r>
              <a:rPr lang="en-US" sz="2500" dirty="0">
                <a:solidFill>
                  <a:schemeClr val="tx1"/>
                </a:solidFill>
                <a:latin typeface="Aptos Display" panose="020B0004020202020204" pitchFamily="34" charset="0"/>
              </a:rPr>
              <a:t>Lesson: Test early and often</a:t>
            </a:r>
          </a:p>
          <a:p>
            <a:endParaRPr lang="en-US" sz="2100" dirty="0">
              <a:solidFill>
                <a:schemeClr val="tx1"/>
              </a:solidFill>
              <a:latin typeface="Aptos Display" panose="020B0004020202020204" pitchFamily="34" charset="0"/>
            </a:endParaRPr>
          </a:p>
          <a:p>
            <a:pPr marL="0" indent="0">
              <a:buNone/>
            </a:pPr>
            <a:r>
              <a:rPr lang="en-US" sz="2900" b="1" dirty="0">
                <a:solidFill>
                  <a:schemeClr val="tx1"/>
                </a:solidFill>
                <a:highlight>
                  <a:srgbClr val="FF00FF"/>
                </a:highlight>
                <a:latin typeface="Aptos Display" panose="020B0004020202020204" pitchFamily="34" charset="0"/>
              </a:rPr>
              <a:t>4. Code Organization Matters</a:t>
            </a:r>
            <a:endParaRPr lang="en-US" sz="2900" dirty="0">
              <a:solidFill>
                <a:schemeClr val="tx1"/>
              </a:solidFill>
              <a:highlight>
                <a:srgbClr val="FF00FF"/>
              </a:highlight>
              <a:latin typeface="Aptos Display" panose="020B0004020202020204" pitchFamily="34" charset="0"/>
            </a:endParaRPr>
          </a:p>
          <a:p>
            <a:r>
              <a:rPr lang="en-US" sz="2600" dirty="0">
                <a:solidFill>
                  <a:schemeClr val="tx1"/>
                </a:solidFill>
                <a:latin typeface="Aptos Display" panose="020B0004020202020204" pitchFamily="34" charset="0"/>
              </a:rPr>
              <a:t>Separating Models, DAOs, Controllers, and Routes made code easy to find and fix</a:t>
            </a:r>
          </a:p>
          <a:p>
            <a:r>
              <a:rPr lang="en-US" sz="2600" dirty="0">
                <a:solidFill>
                  <a:schemeClr val="tx1"/>
                </a:solidFill>
                <a:latin typeface="Aptos Display" panose="020B0004020202020204" pitchFamily="34" charset="0"/>
              </a:rPr>
              <a:t>Following MVC pattern kept everything organized</a:t>
            </a:r>
          </a:p>
          <a:p>
            <a:r>
              <a:rPr lang="en-US" sz="2600" dirty="0">
                <a:solidFill>
                  <a:schemeClr val="tx1"/>
                </a:solidFill>
                <a:latin typeface="Aptos Display" panose="020B0004020202020204" pitchFamily="34" charset="0"/>
              </a:rPr>
              <a:t>Lesson: Good structure makes maintenance easier</a:t>
            </a:r>
          </a:p>
          <a:p>
            <a:endParaRPr lang="en-US" dirty="0"/>
          </a:p>
        </p:txBody>
      </p:sp>
    </p:spTree>
    <p:extLst>
      <p:ext uri="{BB962C8B-B14F-4D97-AF65-F5344CB8AC3E}">
        <p14:creationId xmlns:p14="http://schemas.microsoft.com/office/powerpoint/2010/main" val="414222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33" name="Straight Connector 32">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5" name="Rectangle 34">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51434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FAC224-6C0D-E501-8FE0-1BC23DC6FED9}"/>
              </a:ext>
            </a:extLst>
          </p:cNvPr>
          <p:cNvSpPr>
            <a:spLocks noGrp="1"/>
          </p:cNvSpPr>
          <p:nvPr>
            <p:ph sz="half" idx="1"/>
          </p:nvPr>
        </p:nvSpPr>
        <p:spPr>
          <a:xfrm>
            <a:off x="507999" y="208344"/>
            <a:ext cx="5191953" cy="4456254"/>
          </a:xfrm>
        </p:spPr>
        <p:txBody>
          <a:bodyPr vert="horz" lIns="91440" tIns="45720" rIns="91440" bIns="45720" rtlCol="0" anchor="ctr">
            <a:normAutofit/>
          </a:bodyPr>
          <a:lstStyle/>
          <a:p>
            <a:pPr marL="0" indent="0" defTabSz="457200">
              <a:lnSpc>
                <a:spcPct val="90000"/>
              </a:lnSpc>
              <a:spcBef>
                <a:spcPts val="1000"/>
              </a:spcBef>
            </a:pPr>
            <a:r>
              <a:rPr lang="en-US" sz="1600" b="1" dirty="0">
                <a:solidFill>
                  <a:schemeClr val="tx1"/>
                </a:solidFill>
                <a:highlight>
                  <a:srgbClr val="FF00FF"/>
                </a:highlight>
                <a:latin typeface="Aptos Display" panose="020B0004020202020204" pitchFamily="34" charset="0"/>
              </a:rPr>
              <a:t>Milestone 3 Achievements</a:t>
            </a:r>
          </a:p>
          <a:p>
            <a:pPr defTabSz="457200">
              <a:lnSpc>
                <a:spcPct val="90000"/>
              </a:lnSpc>
              <a:spcBef>
                <a:spcPts val="1000"/>
              </a:spcBef>
            </a:pPr>
            <a:r>
              <a:rPr lang="en-US" sz="1600" dirty="0">
                <a:solidFill>
                  <a:schemeClr val="tx1"/>
                </a:solidFill>
                <a:latin typeface="Aptos Display" panose="020B0004020202020204" pitchFamily="34" charset="0"/>
              </a:rPr>
              <a:t>Built a complete backend REST API with 14 endpoints </a:t>
            </a:r>
          </a:p>
          <a:p>
            <a:pPr defTabSz="457200">
              <a:lnSpc>
                <a:spcPct val="90000"/>
              </a:lnSpc>
              <a:spcBef>
                <a:spcPts val="1000"/>
              </a:spcBef>
            </a:pPr>
            <a:r>
              <a:rPr lang="en-US" sz="1600" dirty="0">
                <a:solidFill>
                  <a:schemeClr val="tx1"/>
                </a:solidFill>
                <a:latin typeface="Aptos Display" panose="020B0004020202020204" pitchFamily="34" charset="0"/>
              </a:rPr>
              <a:t>Implemented full CRUD operations for prayers and categories</a:t>
            </a:r>
          </a:p>
          <a:p>
            <a:pPr defTabSz="457200">
              <a:lnSpc>
                <a:spcPct val="90000"/>
              </a:lnSpc>
              <a:spcBef>
                <a:spcPts val="1000"/>
              </a:spcBef>
            </a:pPr>
            <a:r>
              <a:rPr lang="en-US" sz="1600" dirty="0">
                <a:solidFill>
                  <a:schemeClr val="tx1"/>
                </a:solidFill>
                <a:latin typeface="Aptos Display" panose="020B0004020202020204" pitchFamily="34" charset="0"/>
              </a:rPr>
              <a:t>Created MySQL database with 3 related tables </a:t>
            </a:r>
          </a:p>
          <a:p>
            <a:pPr defTabSz="457200">
              <a:lnSpc>
                <a:spcPct val="90000"/>
              </a:lnSpc>
              <a:spcBef>
                <a:spcPts val="1000"/>
              </a:spcBef>
            </a:pPr>
            <a:r>
              <a:rPr lang="en-US" sz="1600" dirty="0">
                <a:solidFill>
                  <a:schemeClr val="tx1"/>
                </a:solidFill>
                <a:latin typeface="Aptos Display" panose="020B0004020202020204" pitchFamily="34" charset="0"/>
              </a:rPr>
              <a:t>Followed REST conventions (plural nouns, HTTP verbs, hierarchical URLs)</a:t>
            </a:r>
          </a:p>
          <a:p>
            <a:pPr defTabSz="457200">
              <a:lnSpc>
                <a:spcPct val="90000"/>
              </a:lnSpc>
              <a:spcBef>
                <a:spcPts val="1000"/>
              </a:spcBef>
            </a:pPr>
            <a:r>
              <a:rPr lang="en-US" sz="1600" dirty="0">
                <a:solidFill>
                  <a:schemeClr val="tx1"/>
                </a:solidFill>
                <a:latin typeface="Aptos Display" panose="020B0004020202020204" pitchFamily="34" charset="0"/>
              </a:rPr>
              <a:t>Used TypeScript for type safety </a:t>
            </a:r>
          </a:p>
          <a:p>
            <a:pPr defTabSz="457200">
              <a:lnSpc>
                <a:spcPct val="90000"/>
              </a:lnSpc>
              <a:spcBef>
                <a:spcPts val="1000"/>
              </a:spcBef>
            </a:pPr>
            <a:r>
              <a:rPr lang="en-US" sz="1600" dirty="0">
                <a:solidFill>
                  <a:schemeClr val="tx1"/>
                </a:solidFill>
                <a:latin typeface="Aptos Display" panose="020B0004020202020204" pitchFamily="34" charset="0"/>
              </a:rPr>
              <a:t> Organized code with MVC architecture </a:t>
            </a:r>
          </a:p>
          <a:p>
            <a:pPr defTabSz="457200">
              <a:lnSpc>
                <a:spcPct val="90000"/>
              </a:lnSpc>
              <a:spcBef>
                <a:spcPts val="1000"/>
              </a:spcBef>
            </a:pPr>
            <a:r>
              <a:rPr lang="en-US" sz="1600" dirty="0">
                <a:solidFill>
                  <a:schemeClr val="tx1"/>
                </a:solidFill>
                <a:latin typeface="Aptos Display" panose="020B0004020202020204" pitchFamily="34" charset="0"/>
              </a:rPr>
              <a:t>Tested all endpoints with Postman </a:t>
            </a:r>
          </a:p>
          <a:p>
            <a:pPr defTabSz="457200">
              <a:lnSpc>
                <a:spcPct val="90000"/>
              </a:lnSpc>
              <a:spcBef>
                <a:spcPts val="1000"/>
              </a:spcBef>
            </a:pPr>
            <a:r>
              <a:rPr lang="en-US" sz="1600" dirty="0">
                <a:solidFill>
                  <a:schemeClr val="tx1"/>
                </a:solidFill>
                <a:latin typeface="Aptos Display" panose="020B0004020202020204" pitchFamily="34" charset="0"/>
              </a:rPr>
              <a:t>Verified database changes with MySQL Workbench </a:t>
            </a:r>
          </a:p>
          <a:p>
            <a:pPr defTabSz="457200">
              <a:lnSpc>
                <a:spcPct val="90000"/>
              </a:lnSpc>
              <a:spcBef>
                <a:spcPts val="1000"/>
              </a:spcBef>
            </a:pPr>
            <a:r>
              <a:rPr lang="en-US" sz="1600" dirty="0">
                <a:solidFill>
                  <a:schemeClr val="tx1"/>
                </a:solidFill>
                <a:latin typeface="Aptos Display" panose="020B0004020202020204" pitchFamily="34" charset="0"/>
              </a:rPr>
              <a:t>Documented everything in README.md </a:t>
            </a:r>
          </a:p>
          <a:p>
            <a:pPr defTabSz="457200">
              <a:lnSpc>
                <a:spcPct val="90000"/>
              </a:lnSpc>
              <a:spcBef>
                <a:spcPts val="1000"/>
              </a:spcBef>
            </a:pPr>
            <a:r>
              <a:rPr lang="en-US" sz="1600" dirty="0">
                <a:solidFill>
                  <a:schemeClr val="tx1"/>
                </a:solidFill>
                <a:latin typeface="Aptos Display" panose="020B0004020202020204" pitchFamily="34" charset="0"/>
              </a:rPr>
              <a:t>Pushed code to GitHub</a:t>
            </a:r>
            <a:endParaRPr lang="en-US" sz="1600" b="1" dirty="0">
              <a:solidFill>
                <a:schemeClr val="tx1"/>
              </a:solidFill>
              <a:latin typeface="Aptos Display" panose="020B0004020202020204" pitchFamily="34" charset="0"/>
            </a:endParaRPr>
          </a:p>
          <a:p>
            <a:pPr defTabSz="457200">
              <a:lnSpc>
                <a:spcPct val="90000"/>
              </a:lnSpc>
              <a:spcBef>
                <a:spcPts val="1000"/>
              </a:spcBef>
            </a:pPr>
            <a:endParaRPr lang="en-US" sz="1100" dirty="0"/>
          </a:p>
        </p:txBody>
      </p:sp>
      <p:sp>
        <p:nvSpPr>
          <p:cNvPr id="22" name="Rectangle 21">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51435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7" name="Straight Connector 36">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51435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2791046"/>
            <a:ext cx="3259170" cy="2352453"/>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41"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6350"/>
            <a:ext cx="2255511"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2286000"/>
            <a:ext cx="2444751"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6350"/>
            <a:ext cx="2140744"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6350"/>
            <a:ext cx="967571" cy="514985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6350"/>
            <a:ext cx="937369" cy="514985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2692400"/>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62FA295-A9ED-3FDA-89E1-417A58905178}"/>
              </a:ext>
            </a:extLst>
          </p:cNvPr>
          <p:cNvSpPr>
            <a:spLocks noGrp="1"/>
          </p:cNvSpPr>
          <p:nvPr>
            <p:ph type="title"/>
          </p:nvPr>
        </p:nvSpPr>
        <p:spPr>
          <a:xfrm>
            <a:off x="5872243" y="939800"/>
            <a:ext cx="2865356" cy="3263899"/>
          </a:xfrm>
        </p:spPr>
        <p:txBody>
          <a:bodyPr vert="horz" lIns="91440" tIns="45720" rIns="91440" bIns="45720" rtlCol="0" anchor="ctr">
            <a:normAutofit/>
          </a:bodyPr>
          <a:lstStyle/>
          <a:p>
            <a:pPr defTabSz="457200"/>
            <a:r>
              <a:rPr lang="en-US" sz="3200" b="1" dirty="0">
                <a:solidFill>
                  <a:schemeClr val="bg1"/>
                </a:solidFill>
                <a:latin typeface="Aptos Display" panose="020B0004020202020204" pitchFamily="34" charset="0"/>
              </a:rPr>
              <a:t>Milestone 3 Summary</a:t>
            </a:r>
            <a:br>
              <a:rPr lang="en-US" sz="3600" dirty="0">
                <a:solidFill>
                  <a:schemeClr val="bg1"/>
                </a:solidFill>
              </a:rPr>
            </a:br>
            <a:endParaRPr lang="en-US" sz="3600" dirty="0">
              <a:solidFill>
                <a:schemeClr val="bg1"/>
              </a:solidFill>
            </a:endParaRPr>
          </a:p>
        </p:txBody>
      </p:sp>
    </p:spTree>
    <p:extLst>
      <p:ext uri="{BB962C8B-B14F-4D97-AF65-F5344CB8AC3E}">
        <p14:creationId xmlns:p14="http://schemas.microsoft.com/office/powerpoint/2010/main" val="192367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1" name="Rectangle 30">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51435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2761059"/>
            <a:ext cx="3572668" cy="2382441"/>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41"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6350"/>
            <a:ext cx="2255511"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Isosceles Triangle 44">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2286000"/>
            <a:ext cx="2444751"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6350"/>
            <a:ext cx="2140744"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Isosceles Triangle 48">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2692400"/>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Shape 50">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6350"/>
            <a:ext cx="4495777" cy="5149850"/>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BFD604B-DC6B-4209-BA4C-5F2A86276A73}"/>
              </a:ext>
            </a:extLst>
          </p:cNvPr>
          <p:cNvSpPr>
            <a:spLocks noGrp="1"/>
          </p:cNvSpPr>
          <p:nvPr>
            <p:ph type="title"/>
          </p:nvPr>
        </p:nvSpPr>
        <p:spPr>
          <a:xfrm>
            <a:off x="4902968" y="457200"/>
            <a:ext cx="3868066" cy="1670797"/>
          </a:xfrm>
        </p:spPr>
        <p:txBody>
          <a:bodyPr anchor="ctr">
            <a:normAutofit fontScale="90000"/>
          </a:bodyPr>
          <a:lstStyle/>
          <a:p>
            <a:pPr>
              <a:lnSpc>
                <a:spcPct val="90000"/>
              </a:lnSpc>
            </a:pPr>
            <a:r>
              <a:rPr lang="en-US" sz="4400" b="1" dirty="0">
                <a:solidFill>
                  <a:srgbClr val="FFFFFF"/>
                </a:solidFill>
                <a:latin typeface="Aptos Display" panose="020B0004020202020204" pitchFamily="34" charset="0"/>
                <a:ea typeface="Calibri" pitchFamily="34" charset="-122"/>
                <a:cs typeface="Calibri" pitchFamily="34" charset="-120"/>
              </a:rPr>
              <a:t>MILESTONE 4</a:t>
            </a:r>
            <a:br>
              <a:rPr lang="en-US" sz="3200" b="1" dirty="0">
                <a:solidFill>
                  <a:srgbClr val="FFFFFF"/>
                </a:solidFill>
                <a:latin typeface="Aptos Display" panose="020B0004020202020204" pitchFamily="34" charset="0"/>
                <a:ea typeface="Calibri" pitchFamily="34" charset="-122"/>
                <a:cs typeface="Calibri" pitchFamily="34" charset="-120"/>
              </a:rPr>
            </a:br>
            <a:r>
              <a:rPr lang="en-US" sz="3100" dirty="0">
                <a:solidFill>
                  <a:srgbClr val="FFFFFF"/>
                </a:solidFill>
                <a:latin typeface="Aptos Display" panose="020B0004020202020204" pitchFamily="34" charset="0"/>
              </a:rPr>
              <a:t>Angular Frontend</a:t>
            </a:r>
            <a:br>
              <a:rPr lang="en-US" dirty="0">
                <a:solidFill>
                  <a:srgbClr val="FFFFFF"/>
                </a:solidFill>
              </a:rPr>
            </a:br>
            <a:br>
              <a:rPr lang="en-US" dirty="0">
                <a:solidFill>
                  <a:srgbClr val="FFFFFF"/>
                </a:solidFill>
              </a:rPr>
            </a:br>
            <a:endParaRPr lang="en-US" dirty="0">
              <a:solidFill>
                <a:srgbClr val="FFFFFF"/>
              </a:solidFill>
            </a:endParaRPr>
          </a:p>
        </p:txBody>
      </p:sp>
      <p:pic>
        <p:nvPicPr>
          <p:cNvPr id="7" name="Graphic 6" descr="Checkmark">
            <a:extLst>
              <a:ext uri="{FF2B5EF4-FFF2-40B4-BE49-F238E27FC236}">
                <a16:creationId xmlns:a16="http://schemas.microsoft.com/office/drawing/2014/main" id="{55CF8103-233E-A6BA-8018-CD63C1926B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938" y="1158797"/>
            <a:ext cx="2892580" cy="2892580"/>
          </a:xfrm>
          <a:prstGeom prst="rect">
            <a:avLst/>
          </a:prstGeom>
        </p:spPr>
      </p:pic>
      <p:sp>
        <p:nvSpPr>
          <p:cNvPr id="3" name="Content Placeholder 2">
            <a:extLst>
              <a:ext uri="{FF2B5EF4-FFF2-40B4-BE49-F238E27FC236}">
                <a16:creationId xmlns:a16="http://schemas.microsoft.com/office/drawing/2014/main" id="{AFABCB16-39E9-C8DE-8968-9ECABDA49387}"/>
              </a:ext>
            </a:extLst>
          </p:cNvPr>
          <p:cNvSpPr>
            <a:spLocks noGrp="1"/>
          </p:cNvSpPr>
          <p:nvPr>
            <p:ph idx="1"/>
          </p:nvPr>
        </p:nvSpPr>
        <p:spPr>
          <a:xfrm>
            <a:off x="4028457" y="2127996"/>
            <a:ext cx="4742578" cy="2488454"/>
          </a:xfrm>
        </p:spPr>
        <p:txBody>
          <a:bodyPr anchor="t">
            <a:normAutofit/>
          </a:bodyPr>
          <a:lstStyle/>
          <a:p>
            <a:pPr marL="0" indent="0">
              <a:buNone/>
            </a:pPr>
            <a:endParaRPr lang="en-US" b="1" dirty="0">
              <a:solidFill>
                <a:srgbClr val="FFFFFF"/>
              </a:solidFill>
              <a:highlight>
                <a:srgbClr val="FF00FF"/>
              </a:highlight>
            </a:endParaRPr>
          </a:p>
          <a:p>
            <a:pPr marL="0" indent="0">
              <a:buNone/>
            </a:pPr>
            <a:r>
              <a:rPr lang="en-US" sz="1600" b="1" dirty="0">
                <a:solidFill>
                  <a:srgbClr val="FFFFFF"/>
                </a:solidFill>
                <a:highlight>
                  <a:srgbClr val="FF00FF"/>
                </a:highlight>
                <a:latin typeface="Aptos Display" panose="020B0004020202020204" pitchFamily="34" charset="0"/>
              </a:rPr>
              <a:t>Angular 19  |  TypeScript  |  Bootstrap  |  </a:t>
            </a:r>
            <a:r>
              <a:rPr lang="en-US" sz="1600" b="1" dirty="0" err="1">
                <a:solidFill>
                  <a:srgbClr val="FFFFFF"/>
                </a:solidFill>
                <a:highlight>
                  <a:srgbClr val="FF00FF"/>
                </a:highlight>
                <a:latin typeface="Aptos Display" panose="020B0004020202020204" pitchFamily="34" charset="0"/>
              </a:rPr>
              <a:t>HttpClient</a:t>
            </a:r>
            <a:r>
              <a:rPr lang="en-US" sz="1600" b="1" dirty="0">
                <a:solidFill>
                  <a:srgbClr val="FFFFFF"/>
                </a:solidFill>
                <a:highlight>
                  <a:srgbClr val="FF00FF"/>
                </a:highlight>
                <a:latin typeface="Aptos Display" panose="020B0004020202020204" pitchFamily="34" charset="0"/>
              </a:rPr>
              <a:t>  |  Angular Router</a:t>
            </a:r>
          </a:p>
          <a:p>
            <a:endParaRPr lang="en-US" dirty="0">
              <a:solidFill>
                <a:srgbClr val="FFFFFF"/>
              </a:solidFill>
            </a:endParaRPr>
          </a:p>
        </p:txBody>
      </p:sp>
    </p:spTree>
    <p:extLst>
      <p:ext uri="{BB962C8B-B14F-4D97-AF65-F5344CB8AC3E}">
        <p14:creationId xmlns:p14="http://schemas.microsoft.com/office/powerpoint/2010/main" val="307017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95B3D-94A2-38C7-C2E8-50A9292652E1}"/>
              </a:ext>
            </a:extLst>
          </p:cNvPr>
          <p:cNvSpPr>
            <a:spLocks noGrp="1"/>
          </p:cNvSpPr>
          <p:nvPr>
            <p:ph type="title"/>
          </p:nvPr>
        </p:nvSpPr>
        <p:spPr>
          <a:xfrm>
            <a:off x="628650" y="273844"/>
            <a:ext cx="7886700" cy="710894"/>
          </a:xfrm>
        </p:spPr>
        <p:txBody>
          <a:bodyPr>
            <a:normAutofit fontScale="90000"/>
          </a:bodyPr>
          <a:lstStyle/>
          <a:p>
            <a:r>
              <a:rPr lang="en-US" sz="3600" b="1" dirty="0">
                <a:solidFill>
                  <a:srgbClr val="1A2B4A"/>
                </a:solidFill>
                <a:latin typeface="Aptos Display" panose="020B0004020202020204" pitchFamily="34" charset="0"/>
                <a:ea typeface="Calibri" pitchFamily="34" charset="-122"/>
                <a:cs typeface="Calibri" pitchFamily="34" charset="-120"/>
              </a:rPr>
              <a:t>Project Overview</a:t>
            </a:r>
            <a:br>
              <a:rPr lang="en-US" sz="3600" dirty="0"/>
            </a:br>
            <a:endParaRPr lang="en-US" dirty="0"/>
          </a:p>
        </p:txBody>
      </p:sp>
      <p:sp>
        <p:nvSpPr>
          <p:cNvPr id="3" name="Content Placeholder 2">
            <a:extLst>
              <a:ext uri="{FF2B5EF4-FFF2-40B4-BE49-F238E27FC236}">
                <a16:creationId xmlns:a16="http://schemas.microsoft.com/office/drawing/2014/main" id="{6478639C-8FB1-57DB-F6C2-843403075903}"/>
              </a:ext>
            </a:extLst>
          </p:cNvPr>
          <p:cNvSpPr>
            <a:spLocks noGrp="1"/>
          </p:cNvSpPr>
          <p:nvPr>
            <p:ph sz="half" idx="1"/>
          </p:nvPr>
        </p:nvSpPr>
        <p:spPr>
          <a:xfrm>
            <a:off x="508000" y="1284790"/>
            <a:ext cx="3763058" cy="3246231"/>
          </a:xfrm>
        </p:spPr>
        <p:txBody>
          <a:bodyPr>
            <a:normAutofit fontScale="47500" lnSpcReduction="20000"/>
          </a:bodyPr>
          <a:lstStyle/>
          <a:p>
            <a:pPr marL="0" indent="0">
              <a:lnSpc>
                <a:spcPct val="120000"/>
              </a:lnSpc>
              <a:buNone/>
            </a:pPr>
            <a:r>
              <a:rPr lang="en-US" sz="3200" b="1" dirty="0">
                <a:solidFill>
                  <a:schemeClr val="tx1"/>
                </a:solidFill>
                <a:highlight>
                  <a:srgbClr val="FF00FF"/>
                </a:highlight>
                <a:latin typeface="Aptos Display" panose="020B0004020202020204" pitchFamily="34" charset="0"/>
              </a:rPr>
              <a:t>Technology Stack</a:t>
            </a:r>
            <a:endParaRPr lang="en-US" sz="3200" dirty="0">
              <a:solidFill>
                <a:schemeClr val="tx1"/>
              </a:solidFill>
              <a:highlight>
                <a:srgbClr val="FF00FF"/>
              </a:highlight>
              <a:latin typeface="Aptos Display" panose="020B0004020202020204" pitchFamily="34" charset="0"/>
            </a:endParaRP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Angular 21 - Frontend framework</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TypeScript - Programming language</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Bootstrap  - Styling and navbar</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Angular </a:t>
            </a:r>
            <a:r>
              <a:rPr lang="en-US" sz="3200" dirty="0" err="1">
                <a:solidFill>
                  <a:schemeClr val="tx1"/>
                </a:solidFill>
                <a:latin typeface="Aptos Display" panose="020B0004020202020204" pitchFamily="34" charset="0"/>
                <a:ea typeface="Calibri" pitchFamily="34" charset="-122"/>
                <a:cs typeface="Calibri" pitchFamily="34" charset="-120"/>
              </a:rPr>
              <a:t>HttpClient</a:t>
            </a:r>
            <a:r>
              <a:rPr lang="en-US" sz="3200" dirty="0">
                <a:solidFill>
                  <a:schemeClr val="tx1"/>
                </a:solidFill>
                <a:latin typeface="Aptos Display" panose="020B0004020202020204" pitchFamily="34" charset="0"/>
                <a:ea typeface="Calibri" pitchFamily="34" charset="-122"/>
                <a:cs typeface="Calibri" pitchFamily="34" charset="-120"/>
              </a:rPr>
              <a:t>  - Calls the backend API</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Angular Router -  Navigation between pages</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Node.js/Express -  Milestone 3 backend API</a:t>
            </a:r>
          </a:p>
          <a:p>
            <a:pPr marL="285750" indent="-285750">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MySQL - Database</a:t>
            </a:r>
          </a:p>
          <a:p>
            <a:endParaRPr lang="en-US" dirty="0"/>
          </a:p>
        </p:txBody>
      </p:sp>
      <p:sp>
        <p:nvSpPr>
          <p:cNvPr id="4" name="Content Placeholder 3">
            <a:extLst>
              <a:ext uri="{FF2B5EF4-FFF2-40B4-BE49-F238E27FC236}">
                <a16:creationId xmlns:a16="http://schemas.microsoft.com/office/drawing/2014/main" id="{DD605DAF-41E0-64F9-5AEB-96023DA7A3AD}"/>
              </a:ext>
            </a:extLst>
          </p:cNvPr>
          <p:cNvSpPr>
            <a:spLocks noGrp="1"/>
          </p:cNvSpPr>
          <p:nvPr>
            <p:ph sz="half" idx="2"/>
          </p:nvPr>
        </p:nvSpPr>
        <p:spPr>
          <a:xfrm>
            <a:off x="4475786" y="1284790"/>
            <a:ext cx="4039564" cy="3246232"/>
          </a:xfrm>
        </p:spPr>
        <p:txBody>
          <a:bodyPr>
            <a:normAutofit fontScale="47500" lnSpcReduction="20000"/>
          </a:bodyPr>
          <a:lstStyle/>
          <a:p>
            <a:pPr marL="0" indent="0">
              <a:lnSpc>
                <a:spcPct val="120000"/>
              </a:lnSpc>
              <a:buNone/>
            </a:pPr>
            <a:r>
              <a:rPr lang="en-US" sz="3200" b="1" dirty="0">
                <a:solidFill>
                  <a:schemeClr val="tx1"/>
                </a:solidFill>
                <a:highlight>
                  <a:srgbClr val="FF00FF"/>
                </a:highlight>
                <a:latin typeface="Aptos Display" panose="020B0004020202020204" pitchFamily="34" charset="0"/>
              </a:rPr>
              <a:t>What Milestone 4 Does</a:t>
            </a:r>
            <a:endParaRPr lang="en-US" sz="3200" dirty="0">
              <a:solidFill>
                <a:schemeClr val="tx1"/>
              </a:solidFill>
              <a:highlight>
                <a:srgbClr val="FF00FF"/>
              </a:highlight>
              <a:latin typeface="Aptos Display" panose="020B0004020202020204" pitchFamily="34" charset="0"/>
              <a:ea typeface="Calibri" pitchFamily="34" charset="-122"/>
              <a:cs typeface="Calibri" pitchFamily="34" charset="-120"/>
            </a:endParaRPr>
          </a:p>
          <a:p>
            <a:pPr>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Milestone 4 is about building the visual side of the Prayer Notebook.. </a:t>
            </a:r>
            <a:endParaRPr lang="en-US" sz="3200" dirty="0">
              <a:solidFill>
                <a:schemeClr val="tx1"/>
              </a:solidFill>
              <a:latin typeface="Aptos Display" panose="020B0004020202020204" pitchFamily="34" charset="0"/>
            </a:endParaRPr>
          </a:p>
          <a:p>
            <a:pPr>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While Milestone 3 built the backend that stores prayer data, Milestone 4 builds the Angular frontend that connects to it. </a:t>
            </a:r>
            <a:endParaRPr lang="en-US" sz="3200" dirty="0">
              <a:solidFill>
                <a:schemeClr val="tx1"/>
              </a:solidFill>
              <a:latin typeface="Aptos Display" panose="020B0004020202020204" pitchFamily="34" charset="0"/>
            </a:endParaRPr>
          </a:p>
          <a:p>
            <a:pPr>
              <a:lnSpc>
                <a:spcPct val="120000"/>
              </a:lnSpc>
            </a:pPr>
            <a:r>
              <a:rPr lang="en-US" sz="3200" dirty="0">
                <a:solidFill>
                  <a:schemeClr val="tx1"/>
                </a:solidFill>
                <a:latin typeface="Aptos Display" panose="020B0004020202020204" pitchFamily="34" charset="0"/>
                <a:ea typeface="Calibri" pitchFamily="34" charset="-122"/>
                <a:cs typeface="Calibri" pitchFamily="34" charset="-120"/>
              </a:rPr>
              <a:t>Users can now Create, Read, Update, and Delete prayers directly from their browser.</a:t>
            </a:r>
            <a:endParaRPr lang="en-US" sz="3200" dirty="0">
              <a:solidFill>
                <a:schemeClr val="tx1"/>
              </a:solidFill>
              <a:latin typeface="Aptos Display" panose="020B0004020202020204" pitchFamily="34" charset="0"/>
            </a:endParaRPr>
          </a:p>
        </p:txBody>
      </p:sp>
    </p:spTree>
    <p:extLst>
      <p:ext uri="{BB962C8B-B14F-4D97-AF65-F5344CB8AC3E}">
        <p14:creationId xmlns:p14="http://schemas.microsoft.com/office/powerpoint/2010/main" val="2854116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3EE4-D610-2786-F554-4414A65E97DE}"/>
              </a:ext>
            </a:extLst>
          </p:cNvPr>
          <p:cNvSpPr>
            <a:spLocks noGrp="1"/>
          </p:cNvSpPr>
          <p:nvPr>
            <p:ph type="title"/>
          </p:nvPr>
        </p:nvSpPr>
        <p:spPr>
          <a:xfrm>
            <a:off x="628650" y="273844"/>
            <a:ext cx="7886700" cy="722618"/>
          </a:xfrm>
        </p:spPr>
        <p:txBody>
          <a:bodyPr>
            <a:normAutofit fontScale="90000"/>
          </a:bodyPr>
          <a:lstStyle/>
          <a:p>
            <a:r>
              <a:rPr lang="en-US" sz="3600" b="1" dirty="0">
                <a:solidFill>
                  <a:srgbClr val="1A2B4A"/>
                </a:solidFill>
                <a:latin typeface="Aptos Display" panose="020B0004020202020204" pitchFamily="34" charset="0"/>
                <a:ea typeface="Calibri" pitchFamily="34" charset="-122"/>
                <a:cs typeface="Calibri" pitchFamily="34" charset="-120"/>
              </a:rPr>
              <a:t>Application Features - CRUD Operations</a:t>
            </a:r>
            <a:br>
              <a:rPr lang="en-US" sz="3600" dirty="0">
                <a:latin typeface="Aptos Display" panose="020B0004020202020204" pitchFamily="34" charset="0"/>
              </a:rPr>
            </a:br>
            <a:endParaRPr lang="en-US"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C758215B-E0BA-B05E-0A4B-1B65D88EE12A}"/>
              </a:ext>
            </a:extLst>
          </p:cNvPr>
          <p:cNvSpPr>
            <a:spLocks noGrp="1"/>
          </p:cNvSpPr>
          <p:nvPr>
            <p:ph sz="half" idx="1"/>
          </p:nvPr>
        </p:nvSpPr>
        <p:spPr>
          <a:xfrm>
            <a:off x="508001" y="1319514"/>
            <a:ext cx="3566288" cy="3368233"/>
          </a:xfrm>
        </p:spPr>
        <p:txBody>
          <a:bodyPr>
            <a:noAutofit/>
          </a:bodyPr>
          <a:lstStyle/>
          <a:p>
            <a:r>
              <a:rPr lang="en-US" sz="1600" b="1" dirty="0">
                <a:highlight>
                  <a:srgbClr val="FF00FF"/>
                </a:highlight>
                <a:latin typeface="Aptos Display" panose="020B0004020202020204" pitchFamily="34" charset="0"/>
              </a:rPr>
              <a:t>Create</a:t>
            </a:r>
          </a:p>
          <a:p>
            <a:r>
              <a:rPr lang="en-US" sz="1600" dirty="0">
                <a:latin typeface="Aptos Display" panose="020B0004020202020204" pitchFamily="34" charset="0"/>
              </a:rPr>
              <a:t>Click 'Add Prayer' in the navbar, fill in the title, category, description, and notes, then click Create Prayer. The prayer is saved to the database, and you are taken back to the list.</a:t>
            </a:r>
          </a:p>
          <a:p>
            <a:r>
              <a:rPr lang="en-US" sz="1600" b="1" dirty="0">
                <a:highlight>
                  <a:srgbClr val="FF00FF"/>
                </a:highlight>
                <a:latin typeface="Aptos Display" panose="020B0004020202020204" pitchFamily="34" charset="0"/>
              </a:rPr>
              <a:t>Read</a:t>
            </a:r>
          </a:p>
          <a:p>
            <a:r>
              <a:rPr lang="en-US" sz="1600" dirty="0">
                <a:latin typeface="Aptos Display" panose="020B0004020202020204" pitchFamily="34" charset="0"/>
              </a:rPr>
              <a:t>The All Prayers page loads all prayers from the database and shows them in a table with their title, description, category, status, and date. Answered Prayers shows only answered ones</a:t>
            </a:r>
          </a:p>
        </p:txBody>
      </p:sp>
      <p:sp>
        <p:nvSpPr>
          <p:cNvPr id="4" name="Content Placeholder 3">
            <a:extLst>
              <a:ext uri="{FF2B5EF4-FFF2-40B4-BE49-F238E27FC236}">
                <a16:creationId xmlns:a16="http://schemas.microsoft.com/office/drawing/2014/main" id="{59AFC660-CE56-82D6-9E8B-EC6660103C74}"/>
              </a:ext>
            </a:extLst>
          </p:cNvPr>
          <p:cNvSpPr>
            <a:spLocks noGrp="1"/>
          </p:cNvSpPr>
          <p:nvPr>
            <p:ph sz="half" idx="2"/>
          </p:nvPr>
        </p:nvSpPr>
        <p:spPr>
          <a:xfrm>
            <a:off x="4199442" y="1319514"/>
            <a:ext cx="3659768" cy="3211508"/>
          </a:xfrm>
        </p:spPr>
        <p:txBody>
          <a:bodyPr>
            <a:normAutofit fontScale="70000" lnSpcReduction="20000"/>
          </a:bodyPr>
          <a:lstStyle/>
          <a:p>
            <a:r>
              <a:rPr lang="en-US" sz="2400" b="1" dirty="0">
                <a:highlight>
                  <a:srgbClr val="FF00FF"/>
                </a:highlight>
                <a:latin typeface="Aptos Display" panose="020B0004020202020204" pitchFamily="34" charset="0"/>
              </a:rPr>
              <a:t>Update</a:t>
            </a:r>
          </a:p>
          <a:p>
            <a:r>
              <a:rPr lang="en-US" sz="2400" dirty="0">
                <a:latin typeface="Aptos Display" panose="020B0004020202020204" pitchFamily="34" charset="0"/>
              </a:rPr>
              <a:t>Click the Edit button on any prayer. The form loads with the existing data pre-filled. Make your changes and click Update Prayer. The changes are saved and you return to All Prayers page.</a:t>
            </a:r>
          </a:p>
          <a:p>
            <a:r>
              <a:rPr lang="en-US" sz="2400" b="1" dirty="0">
                <a:highlight>
                  <a:srgbClr val="FF00FF"/>
                </a:highlight>
                <a:latin typeface="Aptos Display" panose="020B0004020202020204" pitchFamily="34" charset="0"/>
              </a:rPr>
              <a:t>Delete</a:t>
            </a:r>
          </a:p>
          <a:p>
            <a:r>
              <a:rPr lang="en-US" sz="2400" dirty="0">
                <a:latin typeface="Aptos Display" panose="020B0004020202020204" pitchFamily="34" charset="0"/>
              </a:rPr>
              <a:t>Click the Delete button on any prayer row. The prayer is removed from the database immediately and the list refreshes to show the updated data</a:t>
            </a:r>
          </a:p>
          <a:p>
            <a:endParaRPr lang="en-US" dirty="0"/>
          </a:p>
        </p:txBody>
      </p:sp>
    </p:spTree>
    <p:extLst>
      <p:ext uri="{BB962C8B-B14F-4D97-AF65-F5344CB8AC3E}">
        <p14:creationId xmlns:p14="http://schemas.microsoft.com/office/powerpoint/2010/main" val="1379232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Isosceles Triangle 40">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42" name="Rectangle 41">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23" name="Straight Connector 22">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E36464C8-519B-951F-D4C9-5CF68EBE2689}"/>
              </a:ext>
            </a:extLst>
          </p:cNvPr>
          <p:cNvSpPr>
            <a:spLocks noGrp="1"/>
          </p:cNvSpPr>
          <p:nvPr>
            <p:ph type="title"/>
          </p:nvPr>
        </p:nvSpPr>
        <p:spPr>
          <a:xfrm>
            <a:off x="508000" y="457200"/>
            <a:ext cx="6447501" cy="792866"/>
          </a:xfrm>
        </p:spPr>
        <p:txBody>
          <a:bodyPr vert="horz" lIns="91440" tIns="45720" rIns="91440" bIns="45720" rtlCol="0" anchor="t">
            <a:normAutofit fontScale="90000"/>
          </a:bodyPr>
          <a:lstStyle/>
          <a:p>
            <a:pPr defTabSz="457200">
              <a:lnSpc>
                <a:spcPct val="90000"/>
              </a:lnSpc>
            </a:pPr>
            <a:r>
              <a:rPr lang="en-US" sz="3600" b="1" dirty="0">
                <a:latin typeface="Aptos Display" panose="020B0004020202020204" pitchFamily="34" charset="0"/>
              </a:rPr>
              <a:t>Challenges Encountered</a:t>
            </a:r>
            <a:br>
              <a:rPr lang="en-US" sz="3100" dirty="0"/>
            </a:br>
            <a:endParaRPr lang="en-US" sz="3100" dirty="0"/>
          </a:p>
        </p:txBody>
      </p:sp>
      <p:sp>
        <p:nvSpPr>
          <p:cNvPr id="3" name="Content Placeholder 2">
            <a:extLst>
              <a:ext uri="{FF2B5EF4-FFF2-40B4-BE49-F238E27FC236}">
                <a16:creationId xmlns:a16="http://schemas.microsoft.com/office/drawing/2014/main" id="{AEAC41ED-02BF-8E30-CF25-9E907B7C5547}"/>
              </a:ext>
            </a:extLst>
          </p:cNvPr>
          <p:cNvSpPr>
            <a:spLocks noGrp="1"/>
          </p:cNvSpPr>
          <p:nvPr>
            <p:ph sz="half" idx="1"/>
          </p:nvPr>
        </p:nvSpPr>
        <p:spPr>
          <a:xfrm>
            <a:off x="508000" y="1620440"/>
            <a:ext cx="6946096" cy="3194627"/>
          </a:xfrm>
        </p:spPr>
        <p:txBody>
          <a:bodyPr vert="horz" lIns="91440" tIns="45720" rIns="91440" bIns="45720" rtlCol="0">
            <a:normAutofit fontScale="92500" lnSpcReduction="10000"/>
          </a:bodyPr>
          <a:lstStyle/>
          <a:p>
            <a:pPr defTabSz="457200">
              <a:lnSpc>
                <a:spcPct val="90000"/>
              </a:lnSpc>
              <a:spcBef>
                <a:spcPts val="1000"/>
              </a:spcBef>
            </a:pPr>
            <a:r>
              <a:rPr lang="en-US" sz="1600" dirty="0">
                <a:latin typeface="Aptos Display" panose="020B0004020202020204" pitchFamily="34" charset="0"/>
              </a:rPr>
              <a:t>The edit page showed a spinner that never went away. The API was returning data successfully (status 200), but Angular was not detecting the change. Fixed by injecting </a:t>
            </a:r>
            <a:r>
              <a:rPr lang="en-US" sz="1600" dirty="0" err="1">
                <a:latin typeface="Aptos Display" panose="020B0004020202020204" pitchFamily="34" charset="0"/>
              </a:rPr>
              <a:t>ChangeDetectorRef</a:t>
            </a:r>
            <a:r>
              <a:rPr lang="en-US" sz="1600" dirty="0">
                <a:latin typeface="Aptos Display" panose="020B0004020202020204" pitchFamily="34" charset="0"/>
              </a:rPr>
              <a:t> and calling </a:t>
            </a:r>
            <a:r>
              <a:rPr lang="en-US" sz="1600" dirty="0" err="1">
                <a:latin typeface="Aptos Display" panose="020B0004020202020204" pitchFamily="34" charset="0"/>
              </a:rPr>
              <a:t>detectChanges</a:t>
            </a:r>
            <a:r>
              <a:rPr lang="en-US" sz="1600" dirty="0">
                <a:latin typeface="Aptos Display" panose="020B0004020202020204" pitchFamily="34" charset="0"/>
              </a:rPr>
              <a:t>() after the API response</a:t>
            </a:r>
          </a:p>
          <a:p>
            <a:pPr defTabSz="457200">
              <a:lnSpc>
                <a:spcPct val="90000"/>
              </a:lnSpc>
              <a:spcBef>
                <a:spcPts val="1000"/>
              </a:spcBef>
            </a:pPr>
            <a:r>
              <a:rPr lang="en-US" sz="1600" dirty="0">
                <a:latin typeface="Aptos Display" panose="020B0004020202020204" pitchFamily="34" charset="0"/>
              </a:rPr>
              <a:t>The browser was caching the GET request for a single prayer and returning a 304 (Not Modified) response instead of fresh data. This meant </a:t>
            </a:r>
            <a:r>
              <a:rPr lang="en-US" sz="1600" dirty="0" err="1">
                <a:latin typeface="Aptos Display" panose="020B0004020202020204" pitchFamily="34" charset="0"/>
              </a:rPr>
              <a:t>Angular's</a:t>
            </a:r>
            <a:r>
              <a:rPr lang="en-US" sz="1600" dirty="0">
                <a:latin typeface="Aptos Display" panose="020B0004020202020204" pitchFamily="34" charset="0"/>
              </a:rPr>
              <a:t> HTTP callbacks never fired. Fixed by adding a timestamp (?t=</a:t>
            </a:r>
            <a:r>
              <a:rPr lang="en-US" sz="1600" dirty="0" err="1">
                <a:latin typeface="Aptos Display" panose="020B0004020202020204" pitchFamily="34" charset="0"/>
              </a:rPr>
              <a:t>Date.now</a:t>
            </a:r>
            <a:r>
              <a:rPr lang="en-US" sz="1600" dirty="0">
                <a:latin typeface="Aptos Display" panose="020B0004020202020204" pitchFamily="34" charset="0"/>
              </a:rPr>
              <a:t>()) to the request URL to force a fresh call</a:t>
            </a:r>
          </a:p>
          <a:p>
            <a:pPr defTabSz="457200">
              <a:lnSpc>
                <a:spcPct val="90000"/>
              </a:lnSpc>
              <a:spcBef>
                <a:spcPts val="1000"/>
              </a:spcBef>
            </a:pPr>
            <a:r>
              <a:rPr lang="en-US" sz="1600" dirty="0">
                <a:latin typeface="Aptos Display" panose="020B0004020202020204" pitchFamily="34" charset="0"/>
              </a:rPr>
              <a:t>When the Angular app was opened without first starting the Milestone 3 Express server on port 5000, no API requests appeared in the Network tab at all. The app needs both servers running at the same time, one for the frontend (port 4200) and one for the backend (port 5000).</a:t>
            </a:r>
          </a:p>
          <a:p>
            <a:pPr defTabSz="457200">
              <a:lnSpc>
                <a:spcPct val="90000"/>
              </a:lnSpc>
              <a:spcBef>
                <a:spcPts val="1000"/>
              </a:spcBef>
            </a:pPr>
            <a:r>
              <a:rPr lang="en-US" sz="1600" dirty="0">
                <a:latin typeface="Aptos Display" panose="020B0004020202020204" pitchFamily="34" charset="0"/>
              </a:rPr>
              <a:t>The category dropdown was not binding the selected value correctly because the option values were strings but the Prayer model expected a number. Fixed by using [</a:t>
            </a:r>
            <a:r>
              <a:rPr lang="en-US" sz="1600" dirty="0" err="1">
                <a:latin typeface="Aptos Display" panose="020B0004020202020204" pitchFamily="34" charset="0"/>
              </a:rPr>
              <a:t>ngValue</a:t>
            </a:r>
            <a:r>
              <a:rPr lang="en-US" sz="1600" dirty="0">
                <a:latin typeface="Aptos Display" panose="020B0004020202020204" pitchFamily="34" charset="0"/>
              </a:rPr>
              <a:t>] instead of [value] in the select element to preserve the correct data type.</a:t>
            </a:r>
          </a:p>
          <a:p>
            <a:pPr defTabSz="457200">
              <a:lnSpc>
                <a:spcPct val="90000"/>
              </a:lnSpc>
              <a:spcBef>
                <a:spcPts val="1000"/>
              </a:spcBef>
            </a:pPr>
            <a:endParaRPr lang="en-US" sz="1200" dirty="0"/>
          </a:p>
        </p:txBody>
      </p:sp>
    </p:spTree>
    <p:extLst>
      <p:ext uri="{BB962C8B-B14F-4D97-AF65-F5344CB8AC3E}">
        <p14:creationId xmlns:p14="http://schemas.microsoft.com/office/powerpoint/2010/main" val="8248389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36" name="Straight Connector 35">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41">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Isosceles Triangle 42">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0" name="Rectangle 19">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0640C-9E54-F6AD-C48B-6C0671A7B5C6}"/>
              </a:ext>
            </a:extLst>
          </p:cNvPr>
          <p:cNvSpPr>
            <a:spLocks noGrp="1"/>
          </p:cNvSpPr>
          <p:nvPr>
            <p:ph type="title"/>
          </p:nvPr>
        </p:nvSpPr>
        <p:spPr>
          <a:xfrm>
            <a:off x="782962" y="884363"/>
            <a:ext cx="2475485" cy="3347917"/>
          </a:xfrm>
        </p:spPr>
        <p:txBody>
          <a:bodyPr vert="horz" lIns="91440" tIns="45720" rIns="91440" bIns="45720" rtlCol="0" anchor="ctr">
            <a:normAutofit/>
          </a:bodyPr>
          <a:lstStyle/>
          <a:p>
            <a:pPr defTabSz="457200"/>
            <a:r>
              <a:rPr lang="en-US" sz="3200" b="1" dirty="0">
                <a:latin typeface="Aptos Display" panose="020B0004020202020204" pitchFamily="34" charset="0"/>
              </a:rPr>
              <a:t>Pending Bugs and Known Issues</a:t>
            </a:r>
            <a:br>
              <a:rPr lang="en-US" sz="3600" dirty="0"/>
            </a:br>
            <a:endParaRPr lang="en-US" sz="3600" dirty="0"/>
          </a:p>
        </p:txBody>
      </p:sp>
      <p:sp>
        <p:nvSpPr>
          <p:cNvPr id="22" name="Isosceles Triangle 21">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09900"/>
            <a:ext cx="336549" cy="21336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081946"/>
            <a:ext cx="0" cy="295275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343B49-D209-D0B4-4448-A5512B972E89}"/>
              </a:ext>
            </a:extLst>
          </p:cNvPr>
          <p:cNvSpPr>
            <a:spLocks noGrp="1"/>
          </p:cNvSpPr>
          <p:nvPr>
            <p:ph sz="half" idx="1"/>
          </p:nvPr>
        </p:nvSpPr>
        <p:spPr>
          <a:xfrm>
            <a:off x="3734187" y="831858"/>
            <a:ext cx="5074145" cy="3890613"/>
          </a:xfrm>
        </p:spPr>
        <p:txBody>
          <a:bodyPr vert="horz" lIns="91440" tIns="45720" rIns="91440" bIns="45720" rtlCol="0" anchor="ctr">
            <a:normAutofit/>
          </a:bodyPr>
          <a:lstStyle/>
          <a:p>
            <a:pPr defTabSz="457200">
              <a:spcBef>
                <a:spcPts val="1000"/>
              </a:spcBef>
            </a:pPr>
            <a:r>
              <a:rPr lang="en-US" sz="1600" dirty="0">
                <a:solidFill>
                  <a:schemeClr val="tx1"/>
                </a:solidFill>
                <a:latin typeface="Aptos Display" panose="020B0004020202020204" pitchFamily="34" charset="0"/>
              </a:rPr>
              <a:t>The prayer list table shows 'Category 1', 'Category 2', 'Category 3' instead of the real names like Family, Health, Work. This is because the category name is not being fetched from the API - only the ID is stored in the prayer data.</a:t>
            </a:r>
          </a:p>
          <a:p>
            <a:pPr defTabSz="457200">
              <a:spcBef>
                <a:spcPts val="1000"/>
              </a:spcBef>
            </a:pPr>
            <a:r>
              <a:rPr lang="en-US" sz="1600" dirty="0">
                <a:solidFill>
                  <a:schemeClr val="tx1"/>
                </a:solidFill>
                <a:latin typeface="Aptos Display" panose="020B0004020202020204" pitchFamily="34" charset="0"/>
              </a:rPr>
              <a:t>The dropdown in the prayer form has Family, Health, and Work hardcoded directly in the HTML. It should instead load the categories dynamically from the /</a:t>
            </a:r>
            <a:r>
              <a:rPr lang="en-US" sz="1600" dirty="0" err="1">
                <a:solidFill>
                  <a:schemeClr val="tx1"/>
                </a:solidFill>
                <a:latin typeface="Aptos Display" panose="020B0004020202020204" pitchFamily="34" charset="0"/>
              </a:rPr>
              <a:t>api</a:t>
            </a:r>
            <a:r>
              <a:rPr lang="en-US" sz="1600" dirty="0">
                <a:solidFill>
                  <a:schemeClr val="tx1"/>
                </a:solidFill>
                <a:latin typeface="Aptos Display" panose="020B0004020202020204" pitchFamily="34" charset="0"/>
              </a:rPr>
              <a:t>/categories endpoint so new categories are automatically available.</a:t>
            </a:r>
          </a:p>
          <a:p>
            <a:pPr defTabSz="457200">
              <a:spcBef>
                <a:spcPts val="1000"/>
              </a:spcBef>
            </a:pPr>
            <a:r>
              <a:rPr lang="en-US" sz="1600" dirty="0">
                <a:solidFill>
                  <a:schemeClr val="tx1"/>
                </a:solidFill>
                <a:latin typeface="Aptos Display" panose="020B0004020202020204" pitchFamily="34" charset="0"/>
              </a:rPr>
              <a:t>The </a:t>
            </a:r>
            <a:r>
              <a:rPr lang="en-US" sz="1600" dirty="0" err="1">
                <a:solidFill>
                  <a:schemeClr val="tx1"/>
                </a:solidFill>
                <a:latin typeface="Aptos Display" panose="020B0004020202020204" pitchFamily="34" charset="0"/>
              </a:rPr>
              <a:t>userId</a:t>
            </a:r>
            <a:r>
              <a:rPr lang="en-US" sz="1600" dirty="0">
                <a:solidFill>
                  <a:schemeClr val="tx1"/>
                </a:solidFill>
                <a:latin typeface="Aptos Display" panose="020B0004020202020204" pitchFamily="34" charset="0"/>
              </a:rPr>
              <a:t> is hardcoded as 1 in the </a:t>
            </a:r>
            <a:r>
              <a:rPr lang="en-US" sz="1600" dirty="0" err="1">
                <a:solidFill>
                  <a:schemeClr val="tx1"/>
                </a:solidFill>
                <a:latin typeface="Aptos Display" panose="020B0004020202020204" pitchFamily="34" charset="0"/>
              </a:rPr>
              <a:t>PrayerService</a:t>
            </a:r>
            <a:r>
              <a:rPr lang="en-US" sz="1600" dirty="0">
                <a:solidFill>
                  <a:schemeClr val="tx1"/>
                </a:solidFill>
                <a:latin typeface="Aptos Display" panose="020B0004020202020204" pitchFamily="34" charset="0"/>
              </a:rPr>
              <a:t>. This means the app only works for one user. A login page and JWT authentication need to be added.</a:t>
            </a:r>
          </a:p>
          <a:p>
            <a:pPr defTabSz="457200">
              <a:spcBef>
                <a:spcPts val="1000"/>
              </a:spcBef>
            </a:pPr>
            <a:r>
              <a:rPr lang="en-US" sz="1600" dirty="0">
                <a:solidFill>
                  <a:schemeClr val="tx1"/>
                </a:solidFill>
                <a:latin typeface="Aptos Display" panose="020B0004020202020204" pitchFamily="34" charset="0"/>
              </a:rPr>
              <a:t>Search functionality is also not yet implemented.</a:t>
            </a:r>
          </a:p>
        </p:txBody>
      </p:sp>
      <p:sp>
        <p:nvSpPr>
          <p:cNvPr id="44" name="Isosceles Triangle 4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3462216"/>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09462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12AF-62F5-CBEB-5988-255B903C65D3}"/>
              </a:ext>
            </a:extLst>
          </p:cNvPr>
          <p:cNvSpPr>
            <a:spLocks noGrp="1"/>
          </p:cNvSpPr>
          <p:nvPr>
            <p:ph type="title"/>
          </p:nvPr>
        </p:nvSpPr>
        <p:spPr>
          <a:xfrm>
            <a:off x="628650" y="273844"/>
            <a:ext cx="7886700" cy="688682"/>
          </a:xfrm>
        </p:spPr>
        <p:txBody>
          <a:bodyPr>
            <a:normAutofit fontScale="90000"/>
          </a:bodyPr>
          <a:lstStyle/>
          <a:p>
            <a:r>
              <a:rPr lang="en-US" sz="3600" b="1" dirty="0">
                <a:latin typeface="Aptos Display" panose="020B0004020202020204" pitchFamily="34" charset="0"/>
                <a:ea typeface="Calibri" pitchFamily="34" charset="-122"/>
                <a:cs typeface="Calibri" pitchFamily="34" charset="-120"/>
              </a:rPr>
              <a:t>Lessons Learned</a:t>
            </a:r>
            <a:br>
              <a:rPr lang="en-US" sz="3600" dirty="0"/>
            </a:br>
            <a:endParaRPr lang="en-US" dirty="0"/>
          </a:p>
        </p:txBody>
      </p:sp>
      <p:sp>
        <p:nvSpPr>
          <p:cNvPr id="3" name="Content Placeholder 2">
            <a:extLst>
              <a:ext uri="{FF2B5EF4-FFF2-40B4-BE49-F238E27FC236}">
                <a16:creationId xmlns:a16="http://schemas.microsoft.com/office/drawing/2014/main" id="{2B700F65-2167-E11A-5F47-DABAD5B73794}"/>
              </a:ext>
            </a:extLst>
          </p:cNvPr>
          <p:cNvSpPr>
            <a:spLocks noGrp="1"/>
          </p:cNvSpPr>
          <p:nvPr>
            <p:ph idx="1"/>
          </p:nvPr>
        </p:nvSpPr>
        <p:spPr>
          <a:xfrm>
            <a:off x="628650" y="1118937"/>
            <a:ext cx="7886700" cy="3513786"/>
          </a:xfrm>
        </p:spPr>
        <p:txBody>
          <a:bodyPr>
            <a:normAutofit fontScale="92500" lnSpcReduction="10000"/>
          </a:bodyPr>
          <a:lstStyle/>
          <a:p>
            <a:r>
              <a:rPr lang="en-US" sz="2200" dirty="0">
                <a:solidFill>
                  <a:schemeClr val="tx1"/>
                </a:solidFill>
                <a:latin typeface="Aptos Display" panose="020B0004020202020204" pitchFamily="34" charset="0"/>
              </a:rPr>
              <a:t>An Angular app that calls a backend API will not work unless both the frontend (port 4200) and the backend (port 5000) are running at the same time. This is easy to forget and should be the first thing to check when debugging.</a:t>
            </a:r>
          </a:p>
          <a:p>
            <a:r>
              <a:rPr lang="en-US" sz="2200" dirty="0">
                <a:solidFill>
                  <a:schemeClr val="tx1"/>
                </a:solidFill>
                <a:latin typeface="Aptos Display" panose="020B0004020202020204" pitchFamily="34" charset="0"/>
              </a:rPr>
              <a:t>Angular does not always detect changes automatically. </a:t>
            </a:r>
            <a:r>
              <a:rPr lang="en-US" sz="2200" dirty="0" err="1">
                <a:solidFill>
                  <a:schemeClr val="tx1"/>
                </a:solidFill>
                <a:latin typeface="Aptos Display" panose="020B0004020202020204" pitchFamily="34" charset="0"/>
              </a:rPr>
              <a:t>ChangeDetectorRef.detectChanges</a:t>
            </a:r>
            <a:r>
              <a:rPr lang="en-US" sz="2200" dirty="0">
                <a:solidFill>
                  <a:schemeClr val="tx1"/>
                </a:solidFill>
                <a:latin typeface="Aptos Display" panose="020B0004020202020204" pitchFamily="34" charset="0"/>
              </a:rPr>
              <a:t>() must be called manually after async operations in some cases.</a:t>
            </a:r>
          </a:p>
          <a:p>
            <a:r>
              <a:rPr lang="en-US" sz="2200" dirty="0">
                <a:solidFill>
                  <a:schemeClr val="tx1"/>
                </a:solidFill>
                <a:latin typeface="Aptos Display" panose="020B0004020202020204" pitchFamily="34" charset="0"/>
              </a:rPr>
              <a:t>When something is not working, opening the browser Network tab immediately tells you if the API request is being made and what status code it returns. This is much faster than guessing what is wrong in the code.</a:t>
            </a:r>
          </a:p>
          <a:p>
            <a:endParaRPr lang="en-US" sz="2400" dirty="0">
              <a:solidFill>
                <a:schemeClr val="tx1"/>
              </a:solidFill>
              <a:latin typeface="Aptos Display" panose="020B0004020202020204" pitchFamily="34" charset="0"/>
            </a:endParaRPr>
          </a:p>
          <a:p>
            <a:endParaRPr lang="en-US" dirty="0"/>
          </a:p>
          <a:p>
            <a:endParaRPr lang="en-US" dirty="0"/>
          </a:p>
        </p:txBody>
      </p:sp>
    </p:spTree>
    <p:extLst>
      <p:ext uri="{BB962C8B-B14F-4D97-AF65-F5344CB8AC3E}">
        <p14:creationId xmlns:p14="http://schemas.microsoft.com/office/powerpoint/2010/main" val="2020825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up of hopscotch on a sidewalk">
            <a:extLst>
              <a:ext uri="{FF2B5EF4-FFF2-40B4-BE49-F238E27FC236}">
                <a16:creationId xmlns:a16="http://schemas.microsoft.com/office/drawing/2014/main" id="{98AC8C65-8F0D-847E-54AE-F1CCD3F1B648}"/>
              </a:ext>
            </a:extLst>
          </p:cNvPr>
          <p:cNvPicPr>
            <a:picLocks noChangeAspect="1"/>
          </p:cNvPicPr>
          <p:nvPr/>
        </p:nvPicPr>
        <p:blipFill>
          <a:blip r:embed="rId2">
            <a:duotone>
              <a:prstClr val="black"/>
              <a:prstClr val="white"/>
            </a:duotone>
          </a:blip>
          <a:srcRect l="19923" r="11310"/>
          <a:stretch>
            <a:fillRect/>
          </a:stretch>
        </p:blipFill>
        <p:spPr>
          <a:xfrm>
            <a:off x="3842657" y="10"/>
            <a:ext cx="5298961" cy="5143490"/>
          </a:xfrm>
          <a:custGeom>
            <a:avLst/>
            <a:gdLst/>
            <a:ahLst/>
            <a:cxnLst/>
            <a:rect l="l" t="t" r="r" b="b"/>
            <a:pathLst>
              <a:path w="7065281" h="6858001">
                <a:moveTo>
                  <a:pt x="379987" y="0"/>
                </a:moveTo>
                <a:lnTo>
                  <a:pt x="7065281" y="0"/>
                </a:lnTo>
                <a:lnTo>
                  <a:pt x="7065281"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9097696F-4C2C-34A2-D739-3282F72F45F1}"/>
              </a:ext>
            </a:extLst>
          </p:cNvPr>
          <p:cNvSpPr>
            <a:spLocks noGrp="1"/>
          </p:cNvSpPr>
          <p:nvPr>
            <p:ph type="ctrTitle"/>
          </p:nvPr>
        </p:nvSpPr>
        <p:spPr>
          <a:xfrm>
            <a:off x="501649" y="1258999"/>
            <a:ext cx="3842636" cy="1776820"/>
          </a:xfrm>
        </p:spPr>
        <p:txBody>
          <a:bodyPr>
            <a:normAutofit/>
          </a:bodyPr>
          <a:lstStyle/>
          <a:p>
            <a:pPr algn="ctr"/>
            <a:r>
              <a:rPr lang="en-US" sz="4000" b="1" dirty="0">
                <a:latin typeface="Aptos Display" panose="020B0004020202020204" pitchFamily="34" charset="0"/>
                <a:ea typeface="Calibri" pitchFamily="34" charset="-122"/>
                <a:cs typeface="Calibri" pitchFamily="34" charset="-120"/>
              </a:rPr>
              <a:t>MILESTONE 5</a:t>
            </a:r>
            <a:br>
              <a:rPr lang="en-US" sz="3200" dirty="0">
                <a:latin typeface="Aptos Display" panose="020B0004020202020204" pitchFamily="34" charset="0"/>
              </a:rPr>
            </a:br>
            <a:r>
              <a:rPr lang="en-US" sz="2800" dirty="0">
                <a:latin typeface="Aptos Display" panose="020B0004020202020204" pitchFamily="34" charset="0"/>
              </a:rPr>
              <a:t>React Frontend</a:t>
            </a:r>
            <a:br>
              <a:rPr lang="en-US" sz="3600" dirty="0"/>
            </a:br>
            <a:endParaRPr lang="en-US" sz="3600" dirty="0"/>
          </a:p>
        </p:txBody>
      </p:sp>
      <p:sp>
        <p:nvSpPr>
          <p:cNvPr id="3" name="Subtitle 2">
            <a:extLst>
              <a:ext uri="{FF2B5EF4-FFF2-40B4-BE49-F238E27FC236}">
                <a16:creationId xmlns:a16="http://schemas.microsoft.com/office/drawing/2014/main" id="{4EDC9AE7-92AD-FE69-381C-7E7554FE11C0}"/>
              </a:ext>
            </a:extLst>
          </p:cNvPr>
          <p:cNvSpPr>
            <a:spLocks noGrp="1"/>
          </p:cNvSpPr>
          <p:nvPr>
            <p:ph type="subTitle" idx="1"/>
          </p:nvPr>
        </p:nvSpPr>
        <p:spPr>
          <a:xfrm>
            <a:off x="272731" y="3029800"/>
            <a:ext cx="4526986" cy="846378"/>
          </a:xfrm>
        </p:spPr>
        <p:txBody>
          <a:bodyPr>
            <a:normAutofit/>
          </a:bodyPr>
          <a:lstStyle/>
          <a:p>
            <a:pPr algn="l"/>
            <a:r>
              <a:rPr lang="en-US" sz="1800" b="1" dirty="0">
                <a:solidFill>
                  <a:schemeClr val="tx1"/>
                </a:solidFill>
                <a:highlight>
                  <a:srgbClr val="FF00FF"/>
                </a:highlight>
                <a:latin typeface="Aptos Display" panose="020B0004020202020204" pitchFamily="34" charset="0"/>
              </a:rPr>
              <a:t>React 18  |  Axios  |  React Router  |  Bootstrap 5  |  </a:t>
            </a:r>
            <a:r>
              <a:rPr lang="en-US" sz="1800" b="1" dirty="0" err="1">
                <a:solidFill>
                  <a:schemeClr val="tx1"/>
                </a:solidFill>
                <a:highlight>
                  <a:srgbClr val="FF00FF"/>
                </a:highlight>
                <a:latin typeface="Aptos Display" panose="020B0004020202020204" pitchFamily="34" charset="0"/>
              </a:rPr>
              <a:t>useState</a:t>
            </a:r>
            <a:r>
              <a:rPr lang="en-US" sz="1800" b="1" dirty="0">
                <a:solidFill>
                  <a:schemeClr val="tx1"/>
                </a:solidFill>
                <a:highlight>
                  <a:srgbClr val="FF00FF"/>
                </a:highlight>
                <a:latin typeface="Aptos Display" panose="020B0004020202020204" pitchFamily="34" charset="0"/>
              </a:rPr>
              <a:t>  |  </a:t>
            </a:r>
            <a:r>
              <a:rPr lang="en-US" sz="1800" b="1" dirty="0" err="1">
                <a:solidFill>
                  <a:schemeClr val="tx1"/>
                </a:solidFill>
                <a:highlight>
                  <a:srgbClr val="FF00FF"/>
                </a:highlight>
                <a:latin typeface="Aptos Display" panose="020B0004020202020204" pitchFamily="34" charset="0"/>
              </a:rPr>
              <a:t>useEffect</a:t>
            </a:r>
            <a:endParaRPr lang="en-US" sz="1800" b="1" dirty="0">
              <a:solidFill>
                <a:schemeClr val="tx1"/>
              </a:solidFill>
              <a:highlight>
                <a:srgbClr val="FF00FF"/>
              </a:highlight>
              <a:latin typeface="Aptos Display" panose="020B0004020202020204" pitchFamily="34" charset="0"/>
            </a:endParaRPr>
          </a:p>
          <a:p>
            <a:endParaRPr lang="en-US" sz="1200" dirty="0"/>
          </a:p>
        </p:txBody>
      </p:sp>
      <p:cxnSp>
        <p:nvCxnSpPr>
          <p:cNvPr id="9" name="Straight Connector 8">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51435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2761059"/>
            <a:ext cx="3572668" cy="23824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6350"/>
            <a:ext cx="2255511"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2286000"/>
            <a:ext cx="2444751"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6350"/>
            <a:ext cx="2140744"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6350"/>
            <a:ext cx="967571" cy="514985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6350"/>
            <a:ext cx="937369" cy="514985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2692400"/>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379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F942-C21A-9B81-8918-2FC331125FAD}"/>
              </a:ext>
            </a:extLst>
          </p:cNvPr>
          <p:cNvSpPr>
            <a:spLocks noGrp="1"/>
          </p:cNvSpPr>
          <p:nvPr>
            <p:ph type="title"/>
          </p:nvPr>
        </p:nvSpPr>
        <p:spPr/>
        <p:txBody>
          <a:bodyPr>
            <a:normAutofit fontScale="90000"/>
          </a:bodyPr>
          <a:lstStyle/>
          <a:p>
            <a:r>
              <a:rPr lang="en-US" sz="3600" b="1" dirty="0">
                <a:solidFill>
                  <a:srgbClr val="1A2B4A"/>
                </a:solidFill>
                <a:latin typeface="Aptos Display" panose="020B0004020202020204" pitchFamily="34" charset="0"/>
                <a:ea typeface="Calibri" pitchFamily="34" charset="-122"/>
                <a:cs typeface="Calibri" pitchFamily="34" charset="-120"/>
              </a:rPr>
              <a:t>Project Overview</a:t>
            </a:r>
            <a:br>
              <a:rPr lang="en-US" sz="3600" dirty="0"/>
            </a:br>
            <a:endParaRPr lang="en-US" dirty="0"/>
          </a:p>
        </p:txBody>
      </p:sp>
      <p:sp>
        <p:nvSpPr>
          <p:cNvPr id="3" name="Content Placeholder 2">
            <a:extLst>
              <a:ext uri="{FF2B5EF4-FFF2-40B4-BE49-F238E27FC236}">
                <a16:creationId xmlns:a16="http://schemas.microsoft.com/office/drawing/2014/main" id="{C9D8B01F-C7C7-FE6E-DBDC-7A9B738AC265}"/>
              </a:ext>
            </a:extLst>
          </p:cNvPr>
          <p:cNvSpPr>
            <a:spLocks noGrp="1"/>
          </p:cNvSpPr>
          <p:nvPr>
            <p:ph sz="half" idx="1"/>
          </p:nvPr>
        </p:nvSpPr>
        <p:spPr/>
        <p:txBody>
          <a:bodyPr>
            <a:normAutofit fontScale="70000" lnSpcReduction="20000"/>
          </a:bodyPr>
          <a:lstStyle/>
          <a:p>
            <a:r>
              <a:rPr lang="en-US" sz="2400" b="1" dirty="0">
                <a:solidFill>
                  <a:schemeClr val="tx1"/>
                </a:solidFill>
                <a:highlight>
                  <a:srgbClr val="FF00FF"/>
                </a:highlight>
                <a:latin typeface="Aptos Display" panose="020B0004020202020204" pitchFamily="34" charset="0"/>
              </a:rPr>
              <a:t>Technologies Used</a:t>
            </a:r>
          </a:p>
          <a:p>
            <a:r>
              <a:rPr lang="en-US" sz="2400" dirty="0">
                <a:solidFill>
                  <a:schemeClr val="tx1"/>
                </a:solidFill>
                <a:latin typeface="Aptos Display" panose="020B0004020202020204" pitchFamily="34" charset="0"/>
              </a:rPr>
              <a:t>React 18 - Frontend framework</a:t>
            </a:r>
          </a:p>
          <a:p>
            <a:pPr marL="285750" indent="-285750"/>
            <a:r>
              <a:rPr lang="en-US" sz="2400" dirty="0">
                <a:solidFill>
                  <a:schemeClr val="tx1"/>
                </a:solidFill>
                <a:latin typeface="Aptos Display" panose="020B0004020202020204" pitchFamily="34" charset="0"/>
              </a:rPr>
              <a:t>React Router - Page navigation</a:t>
            </a:r>
          </a:p>
          <a:p>
            <a:pPr marL="285750" indent="-285750"/>
            <a:r>
              <a:rPr lang="en-US" sz="2400" dirty="0">
                <a:solidFill>
                  <a:schemeClr val="tx1"/>
                </a:solidFill>
                <a:latin typeface="Aptos Display" panose="020B0004020202020204" pitchFamily="34" charset="0"/>
              </a:rPr>
              <a:t>Axios - HTTP calls to API</a:t>
            </a:r>
          </a:p>
          <a:p>
            <a:pPr marL="285750" indent="-285750"/>
            <a:r>
              <a:rPr lang="en-US" sz="2400" dirty="0">
                <a:solidFill>
                  <a:schemeClr val="tx1"/>
                </a:solidFill>
                <a:latin typeface="Aptos Display" panose="020B0004020202020204" pitchFamily="34" charset="0"/>
              </a:rPr>
              <a:t>Bootstrap 5 - Styling and </a:t>
            </a:r>
            <a:r>
              <a:rPr lang="en-US" sz="2400" dirty="0" err="1">
                <a:solidFill>
                  <a:schemeClr val="tx1"/>
                </a:solidFill>
                <a:latin typeface="Aptos Display" panose="020B0004020202020204" pitchFamily="34" charset="0"/>
              </a:rPr>
              <a:t>NavBar</a:t>
            </a:r>
            <a:endParaRPr lang="en-US" sz="2400" dirty="0">
              <a:solidFill>
                <a:schemeClr val="tx1"/>
              </a:solidFill>
              <a:latin typeface="Aptos Display" panose="020B0004020202020204" pitchFamily="34" charset="0"/>
            </a:endParaRPr>
          </a:p>
          <a:p>
            <a:pPr marL="285750" indent="-285750"/>
            <a:r>
              <a:rPr lang="en-US" sz="2400" dirty="0">
                <a:solidFill>
                  <a:schemeClr val="tx1"/>
                </a:solidFill>
                <a:latin typeface="Aptos Display" panose="020B0004020202020204" pitchFamily="34" charset="0"/>
              </a:rPr>
              <a:t>Express / Node.js - Backend REST API</a:t>
            </a:r>
          </a:p>
          <a:p>
            <a:pPr marL="285750" indent="-285750"/>
            <a:r>
              <a:rPr lang="en-US" sz="2400" dirty="0">
                <a:solidFill>
                  <a:schemeClr val="tx1"/>
                </a:solidFill>
                <a:latin typeface="Aptos Display" panose="020B0004020202020204" pitchFamily="34" charset="0"/>
              </a:rPr>
              <a:t>MySQL - Database</a:t>
            </a:r>
          </a:p>
          <a:p>
            <a:endParaRPr lang="en-US" dirty="0"/>
          </a:p>
        </p:txBody>
      </p:sp>
      <p:sp>
        <p:nvSpPr>
          <p:cNvPr id="4" name="Content Placeholder 3">
            <a:extLst>
              <a:ext uri="{FF2B5EF4-FFF2-40B4-BE49-F238E27FC236}">
                <a16:creationId xmlns:a16="http://schemas.microsoft.com/office/drawing/2014/main" id="{DA121681-30F7-0860-03AA-064743033FE2}"/>
              </a:ext>
            </a:extLst>
          </p:cNvPr>
          <p:cNvSpPr>
            <a:spLocks noGrp="1"/>
          </p:cNvSpPr>
          <p:nvPr>
            <p:ph sz="half" idx="2"/>
          </p:nvPr>
        </p:nvSpPr>
        <p:spPr>
          <a:xfrm>
            <a:off x="4118419" y="1597278"/>
            <a:ext cx="3138026" cy="2910580"/>
          </a:xfrm>
        </p:spPr>
        <p:txBody>
          <a:bodyPr>
            <a:normAutofit fontScale="70000" lnSpcReduction="20000"/>
          </a:bodyPr>
          <a:lstStyle/>
          <a:p>
            <a:pPr marL="0" indent="0">
              <a:buNone/>
            </a:pPr>
            <a:r>
              <a:rPr lang="en-US" sz="2600" b="1" dirty="0">
                <a:solidFill>
                  <a:schemeClr val="tx1"/>
                </a:solidFill>
                <a:highlight>
                  <a:srgbClr val="FF00FF"/>
                </a:highlight>
                <a:latin typeface="Aptos Display" panose="020B0004020202020204" pitchFamily="34" charset="0"/>
              </a:rPr>
              <a:t>Users can:</a:t>
            </a:r>
            <a:endParaRPr lang="en-US" sz="2600" dirty="0">
              <a:solidFill>
                <a:schemeClr val="tx1"/>
              </a:solidFill>
              <a:highlight>
                <a:srgbClr val="FF00FF"/>
              </a:highlight>
              <a:latin typeface="Aptos Display" panose="020B0004020202020204" pitchFamily="34" charset="0"/>
            </a:endParaRPr>
          </a:p>
          <a:p>
            <a:pPr marL="342900" indent="-342900">
              <a:buSzPct val="100000"/>
            </a:pPr>
            <a:r>
              <a:rPr lang="en-US" sz="2600" dirty="0">
                <a:solidFill>
                  <a:schemeClr val="tx1"/>
                </a:solidFill>
                <a:latin typeface="Aptos Display" panose="020B0004020202020204" pitchFamily="34" charset="0"/>
              </a:rPr>
              <a:t>Add new prayer requests</a:t>
            </a:r>
          </a:p>
          <a:p>
            <a:pPr marL="342900" indent="-342900">
              <a:buSzPct val="100000"/>
            </a:pPr>
            <a:r>
              <a:rPr lang="en-US" sz="2600" dirty="0">
                <a:solidFill>
                  <a:schemeClr val="tx1"/>
                </a:solidFill>
                <a:latin typeface="Aptos Display" panose="020B0004020202020204" pitchFamily="34" charset="0"/>
              </a:rPr>
              <a:t>View all prayers in a table</a:t>
            </a:r>
          </a:p>
          <a:p>
            <a:pPr marL="342900" indent="-342900">
              <a:buSzPct val="100000"/>
            </a:pPr>
            <a:r>
              <a:rPr lang="en-US" sz="2600" dirty="0">
                <a:solidFill>
                  <a:schemeClr val="tx1"/>
                </a:solidFill>
                <a:latin typeface="Aptos Display" panose="020B0004020202020204" pitchFamily="34" charset="0"/>
              </a:rPr>
              <a:t>Edit an existing prayer</a:t>
            </a:r>
          </a:p>
          <a:p>
            <a:pPr marL="342900" indent="-342900">
              <a:buSzPct val="100000"/>
            </a:pPr>
            <a:r>
              <a:rPr lang="en-US" sz="2600" dirty="0">
                <a:solidFill>
                  <a:schemeClr val="tx1"/>
                </a:solidFill>
                <a:latin typeface="Aptos Display" panose="020B0004020202020204" pitchFamily="34" charset="0"/>
              </a:rPr>
              <a:t>Mark a prayer as Answered</a:t>
            </a:r>
          </a:p>
          <a:p>
            <a:pPr marL="342900" indent="-342900">
              <a:buSzPct val="100000"/>
            </a:pPr>
            <a:r>
              <a:rPr lang="en-US" sz="2600" dirty="0">
                <a:solidFill>
                  <a:schemeClr val="tx1"/>
                </a:solidFill>
                <a:latin typeface="Aptos Display" panose="020B0004020202020204" pitchFamily="34" charset="0"/>
              </a:rPr>
              <a:t>Delete a prayer</a:t>
            </a:r>
          </a:p>
          <a:p>
            <a:pPr marL="342900" indent="-342900">
              <a:buSzPct val="100000"/>
            </a:pPr>
            <a:r>
              <a:rPr lang="en-US" sz="2600" dirty="0">
                <a:solidFill>
                  <a:schemeClr val="tx1"/>
                </a:solidFill>
                <a:latin typeface="Aptos Display" panose="020B0004020202020204" pitchFamily="34" charset="0"/>
              </a:rPr>
              <a:t>View only answered prayers</a:t>
            </a:r>
          </a:p>
          <a:p>
            <a:endParaRPr lang="en-US" dirty="0"/>
          </a:p>
        </p:txBody>
      </p:sp>
    </p:spTree>
    <p:extLst>
      <p:ext uri="{BB962C8B-B14F-4D97-AF65-F5344CB8AC3E}">
        <p14:creationId xmlns:p14="http://schemas.microsoft.com/office/powerpoint/2010/main" val="214364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b="1" dirty="0">
                <a:latin typeface="Aptos Display" panose="020B0004020202020204" pitchFamily="34" charset="0"/>
                <a:ea typeface="Calibri" pitchFamily="34" charset="-122"/>
                <a:cs typeface="Calibri" pitchFamily="34" charset="-120"/>
              </a:rPr>
              <a:t>How It Works</a:t>
            </a:r>
            <a:endParaRPr lang="en-US" sz="3200" dirty="0">
              <a:latin typeface="Aptos Display" panose="020B0004020202020204" pitchFamily="34" charset="0"/>
            </a:endParaRPr>
          </a:p>
        </p:txBody>
      </p:sp>
      <p:sp>
        <p:nvSpPr>
          <p:cNvPr id="6" name="Shape 4"/>
          <p:cNvSpPr/>
          <p:nvPr/>
        </p:nvSpPr>
        <p:spPr>
          <a:xfrm>
            <a:off x="365760" y="1051560"/>
            <a:ext cx="2606040" cy="594360"/>
          </a:xfrm>
          <a:prstGeom prst="rect">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457200" y="1078992"/>
            <a:ext cx="2423160"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anose="020B0004020202020204" pitchFamily="34" charset="0"/>
              </a:rPr>
              <a:t>React App </a:t>
            </a:r>
            <a:r>
              <a:rPr lang="en-US" sz="1600" b="1" dirty="0">
                <a:solidFill>
                  <a:srgbClr val="FFFFFF"/>
                </a:solidFill>
                <a:latin typeface="Aptos Display" panose="020B0004020202020204" pitchFamily="34" charset="0"/>
                <a:sym typeface="Wingdings" panose="05000000000000000000" pitchFamily="2" charset="2"/>
              </a:rPr>
              <a:t></a:t>
            </a:r>
            <a:endParaRPr lang="en-US" sz="1600" dirty="0">
              <a:latin typeface="Aptos Display" panose="020B0004020202020204" pitchFamily="34" charset="0"/>
            </a:endParaRPr>
          </a:p>
        </p:txBody>
      </p:sp>
      <p:sp>
        <p:nvSpPr>
          <p:cNvPr id="8" name="Text 6"/>
          <p:cNvSpPr/>
          <p:nvPr/>
        </p:nvSpPr>
        <p:spPr>
          <a:xfrm>
            <a:off x="457200" y="1389888"/>
            <a:ext cx="2423160" cy="228600"/>
          </a:xfrm>
          <a:prstGeom prst="rect">
            <a:avLst/>
          </a:prstGeom>
          <a:noFill/>
          <a:ln/>
        </p:spPr>
        <p:txBody>
          <a:bodyPr wrap="square" lIns="0" tIns="0" rIns="0" bIns="0" rtlCol="0" anchor="ctr"/>
          <a:lstStyle/>
          <a:p>
            <a:pPr marL="0" indent="0">
              <a:buNone/>
            </a:pPr>
            <a:r>
              <a:rPr lang="en-US" sz="1400" i="1" dirty="0">
                <a:solidFill>
                  <a:srgbClr val="CCE5FF"/>
                </a:solidFill>
                <a:latin typeface="Aptos Display" panose="020B0004020202020204" pitchFamily="34" charset="0"/>
              </a:rPr>
              <a:t>localhost:3000</a:t>
            </a:r>
            <a:endParaRPr lang="en-US" sz="1400" dirty="0">
              <a:latin typeface="Aptos Display" panose="020B0004020202020204" pitchFamily="34" charset="0"/>
            </a:endParaRPr>
          </a:p>
        </p:txBody>
      </p:sp>
      <p:sp>
        <p:nvSpPr>
          <p:cNvPr id="10" name="Text 8"/>
          <p:cNvSpPr/>
          <p:nvPr/>
        </p:nvSpPr>
        <p:spPr>
          <a:xfrm>
            <a:off x="621792" y="178308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NavBar.js</a:t>
            </a:r>
          </a:p>
        </p:txBody>
      </p:sp>
      <p:sp>
        <p:nvSpPr>
          <p:cNvPr id="12" name="Text 10"/>
          <p:cNvSpPr/>
          <p:nvPr/>
        </p:nvSpPr>
        <p:spPr>
          <a:xfrm>
            <a:off x="621792" y="237744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PrayerList.js</a:t>
            </a:r>
          </a:p>
        </p:txBody>
      </p:sp>
      <p:sp>
        <p:nvSpPr>
          <p:cNvPr id="14" name="Text 12"/>
          <p:cNvSpPr/>
          <p:nvPr/>
        </p:nvSpPr>
        <p:spPr>
          <a:xfrm>
            <a:off x="621792" y="297180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PrayerForm.js</a:t>
            </a:r>
          </a:p>
        </p:txBody>
      </p:sp>
      <p:sp>
        <p:nvSpPr>
          <p:cNvPr id="16" name="Text 14"/>
          <p:cNvSpPr/>
          <p:nvPr/>
        </p:nvSpPr>
        <p:spPr>
          <a:xfrm>
            <a:off x="621792" y="356616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dataSource.js</a:t>
            </a:r>
          </a:p>
        </p:txBody>
      </p:sp>
      <p:sp>
        <p:nvSpPr>
          <p:cNvPr id="20" name="Shape 18"/>
          <p:cNvSpPr/>
          <p:nvPr/>
        </p:nvSpPr>
        <p:spPr>
          <a:xfrm>
            <a:off x="3200400" y="1051560"/>
            <a:ext cx="2606040" cy="594360"/>
          </a:xfrm>
          <a:prstGeom prst="rect">
            <a:avLst/>
          </a:prstGeom>
          <a:solidFill>
            <a:srgbClr val="2E7D32"/>
          </a:solidFill>
          <a:ln w="12700">
            <a:solidFill>
              <a:srgbClr val="2E7D32"/>
            </a:solidFill>
            <a:prstDash val="solid"/>
          </a:ln>
        </p:spPr>
        <p:txBody>
          <a:bodyPr/>
          <a:lstStyle/>
          <a:p>
            <a:endParaRPr lang="en-US"/>
          </a:p>
        </p:txBody>
      </p:sp>
      <p:sp>
        <p:nvSpPr>
          <p:cNvPr id="21" name="Text 19"/>
          <p:cNvSpPr/>
          <p:nvPr/>
        </p:nvSpPr>
        <p:spPr>
          <a:xfrm>
            <a:off x="3291840" y="1078992"/>
            <a:ext cx="2423160"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anose="020B0004020202020204" pitchFamily="34" charset="0"/>
              </a:rPr>
              <a:t>Express API </a:t>
            </a:r>
            <a:r>
              <a:rPr lang="en-US" sz="1600" b="1" dirty="0">
                <a:solidFill>
                  <a:srgbClr val="FFFFFF"/>
                </a:solidFill>
                <a:latin typeface="Aptos Display" panose="020B0004020202020204" pitchFamily="34" charset="0"/>
                <a:sym typeface="Wingdings" panose="05000000000000000000" pitchFamily="2" charset="2"/>
              </a:rPr>
              <a:t></a:t>
            </a:r>
            <a:endParaRPr lang="en-US" sz="1600" dirty="0">
              <a:latin typeface="Aptos Display" panose="020B0004020202020204" pitchFamily="34" charset="0"/>
            </a:endParaRPr>
          </a:p>
        </p:txBody>
      </p:sp>
      <p:sp>
        <p:nvSpPr>
          <p:cNvPr id="22" name="Text 20"/>
          <p:cNvSpPr/>
          <p:nvPr/>
        </p:nvSpPr>
        <p:spPr>
          <a:xfrm>
            <a:off x="3291840" y="1389888"/>
            <a:ext cx="2423160" cy="228600"/>
          </a:xfrm>
          <a:prstGeom prst="rect">
            <a:avLst/>
          </a:prstGeom>
          <a:noFill/>
          <a:ln/>
        </p:spPr>
        <p:txBody>
          <a:bodyPr wrap="square" lIns="0" tIns="0" rIns="0" bIns="0" rtlCol="0" anchor="ctr"/>
          <a:lstStyle/>
          <a:p>
            <a:pPr marL="0" indent="0">
              <a:buNone/>
            </a:pPr>
            <a:r>
              <a:rPr lang="en-US" sz="1400" i="1" dirty="0">
                <a:solidFill>
                  <a:srgbClr val="CCE5FF"/>
                </a:solidFill>
                <a:latin typeface="Aptos Display" panose="020B0004020202020204" pitchFamily="34" charset="0"/>
              </a:rPr>
              <a:t>localhost:5000</a:t>
            </a:r>
            <a:endParaRPr lang="en-US" sz="1400" dirty="0">
              <a:latin typeface="Aptos Display" panose="020B0004020202020204" pitchFamily="34" charset="0"/>
            </a:endParaRPr>
          </a:p>
        </p:txBody>
      </p:sp>
      <p:sp>
        <p:nvSpPr>
          <p:cNvPr id="24" name="Text 22"/>
          <p:cNvSpPr/>
          <p:nvPr/>
        </p:nvSpPr>
        <p:spPr>
          <a:xfrm>
            <a:off x="3456432" y="178308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/api/prayers</a:t>
            </a:r>
          </a:p>
        </p:txBody>
      </p:sp>
      <p:sp>
        <p:nvSpPr>
          <p:cNvPr id="26" name="Text 24"/>
          <p:cNvSpPr/>
          <p:nvPr/>
        </p:nvSpPr>
        <p:spPr>
          <a:xfrm>
            <a:off x="3456432" y="2377440"/>
            <a:ext cx="2194560" cy="274320"/>
          </a:xfrm>
          <a:prstGeom prst="rect">
            <a:avLst/>
          </a:prstGeom>
          <a:noFill/>
          <a:ln/>
        </p:spPr>
        <p:txBody>
          <a:bodyPr wrap="square" lIns="0" tIns="0" rIns="0" bIns="0" rtlCol="0" anchor="ctr"/>
          <a:lstStyle/>
          <a:p>
            <a:pPr marL="0" indent="0">
              <a:buNone/>
            </a:pPr>
            <a:r>
              <a:rPr lang="en-US" sz="1600" dirty="0">
                <a:solidFill>
                  <a:srgbClr val="2C3E50"/>
                </a:solidFill>
                <a:latin typeface="Aptos Display" panose="020B0004020202020204" pitchFamily="34" charset="0"/>
              </a:rPr>
              <a:t>/</a:t>
            </a:r>
            <a:r>
              <a:rPr lang="en-US" sz="1600" dirty="0">
                <a:latin typeface="Aptos Display" panose="020B0004020202020204" pitchFamily="34" charset="0"/>
              </a:rPr>
              <a:t>api/categories</a:t>
            </a:r>
          </a:p>
        </p:txBody>
      </p:sp>
      <p:sp>
        <p:nvSpPr>
          <p:cNvPr id="28" name="Text 26"/>
          <p:cNvSpPr/>
          <p:nvPr/>
        </p:nvSpPr>
        <p:spPr>
          <a:xfrm>
            <a:off x="3456432" y="297180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GET, POST, PUT, DELETE</a:t>
            </a:r>
          </a:p>
        </p:txBody>
      </p:sp>
      <p:sp>
        <p:nvSpPr>
          <p:cNvPr id="30" name="Text 28"/>
          <p:cNvSpPr/>
          <p:nvPr/>
        </p:nvSpPr>
        <p:spPr>
          <a:xfrm>
            <a:off x="5852160" y="2487168"/>
            <a:ext cx="228600" cy="274320"/>
          </a:xfrm>
          <a:prstGeom prst="rect">
            <a:avLst/>
          </a:prstGeom>
          <a:noFill/>
          <a:ln/>
        </p:spPr>
        <p:txBody>
          <a:bodyPr wrap="square" rtlCol="0" anchor="ctr"/>
          <a:lstStyle/>
          <a:p>
            <a:pPr marL="0" indent="0" algn="ctr">
              <a:buNone/>
            </a:pPr>
            <a:endParaRPr lang="en-US" sz="1600" dirty="0"/>
          </a:p>
        </p:txBody>
      </p:sp>
      <p:sp>
        <p:nvSpPr>
          <p:cNvPr id="32" name="Shape 30"/>
          <p:cNvSpPr/>
          <p:nvPr/>
        </p:nvSpPr>
        <p:spPr>
          <a:xfrm>
            <a:off x="6035040" y="1051560"/>
            <a:ext cx="2606040" cy="594360"/>
          </a:xfrm>
          <a:prstGeom prst="rect">
            <a:avLst/>
          </a:prstGeom>
          <a:solidFill>
            <a:srgbClr val="6A1B9A"/>
          </a:solidFill>
          <a:ln w="12700">
            <a:solidFill>
              <a:srgbClr val="6A1B9A"/>
            </a:solidFill>
            <a:prstDash val="solid"/>
          </a:ln>
        </p:spPr>
        <p:txBody>
          <a:bodyPr/>
          <a:lstStyle/>
          <a:p>
            <a:endParaRPr lang="en-US"/>
          </a:p>
        </p:txBody>
      </p:sp>
      <p:sp>
        <p:nvSpPr>
          <p:cNvPr id="33" name="Text 31"/>
          <p:cNvSpPr/>
          <p:nvPr/>
        </p:nvSpPr>
        <p:spPr>
          <a:xfrm>
            <a:off x="6126480" y="1078992"/>
            <a:ext cx="2423160"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anose="020B0004020202020204" pitchFamily="34" charset="0"/>
              </a:rPr>
              <a:t>MySQL DB</a:t>
            </a:r>
            <a:endParaRPr lang="en-US" sz="1600" dirty="0">
              <a:latin typeface="Aptos Display" panose="020B0004020202020204" pitchFamily="34" charset="0"/>
            </a:endParaRPr>
          </a:p>
        </p:txBody>
      </p:sp>
      <p:sp>
        <p:nvSpPr>
          <p:cNvPr id="34" name="Text 32"/>
          <p:cNvSpPr/>
          <p:nvPr/>
        </p:nvSpPr>
        <p:spPr>
          <a:xfrm>
            <a:off x="6126480" y="1389888"/>
            <a:ext cx="2423160" cy="228600"/>
          </a:xfrm>
          <a:prstGeom prst="rect">
            <a:avLst/>
          </a:prstGeom>
          <a:noFill/>
          <a:ln/>
        </p:spPr>
        <p:txBody>
          <a:bodyPr wrap="square" lIns="0" tIns="0" rIns="0" bIns="0" rtlCol="0" anchor="ctr"/>
          <a:lstStyle/>
          <a:p>
            <a:pPr marL="0" indent="0">
              <a:buNone/>
            </a:pPr>
            <a:r>
              <a:rPr lang="en-US" sz="1400" i="1" dirty="0">
                <a:solidFill>
                  <a:srgbClr val="CCE5FF"/>
                </a:solidFill>
                <a:latin typeface="Aptos Display" panose="020B0004020202020204" pitchFamily="34" charset="0"/>
              </a:rPr>
              <a:t>prayer_notebook</a:t>
            </a:r>
            <a:endParaRPr lang="en-US" sz="1400" dirty="0">
              <a:latin typeface="Aptos Display" panose="020B0004020202020204" pitchFamily="34" charset="0"/>
            </a:endParaRPr>
          </a:p>
        </p:txBody>
      </p:sp>
      <p:sp>
        <p:nvSpPr>
          <p:cNvPr id="36" name="Text 34"/>
          <p:cNvSpPr/>
          <p:nvPr/>
        </p:nvSpPr>
        <p:spPr>
          <a:xfrm>
            <a:off x="6291072" y="178308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users table</a:t>
            </a:r>
          </a:p>
        </p:txBody>
      </p:sp>
      <p:sp>
        <p:nvSpPr>
          <p:cNvPr id="38" name="Text 36"/>
          <p:cNvSpPr/>
          <p:nvPr/>
        </p:nvSpPr>
        <p:spPr>
          <a:xfrm>
            <a:off x="6291072" y="237744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prayers table</a:t>
            </a:r>
          </a:p>
        </p:txBody>
      </p:sp>
      <p:sp>
        <p:nvSpPr>
          <p:cNvPr id="40" name="Text 38"/>
          <p:cNvSpPr/>
          <p:nvPr/>
        </p:nvSpPr>
        <p:spPr>
          <a:xfrm>
            <a:off x="6291072" y="2971800"/>
            <a:ext cx="2194560" cy="274320"/>
          </a:xfrm>
          <a:prstGeom prst="rect">
            <a:avLst/>
          </a:prstGeom>
          <a:noFill/>
          <a:ln/>
        </p:spPr>
        <p:txBody>
          <a:bodyPr wrap="square" lIns="0" tIns="0" rIns="0" bIns="0" rtlCol="0" anchor="ctr"/>
          <a:lstStyle/>
          <a:p>
            <a:pPr marL="0" indent="0">
              <a:buNone/>
            </a:pPr>
            <a:r>
              <a:rPr lang="en-US" sz="1600" dirty="0">
                <a:latin typeface="Aptos Display" panose="020B0004020202020204" pitchFamily="34" charset="0"/>
              </a:rPr>
              <a:t>prayer_categories table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b="1" dirty="0">
                <a:latin typeface="Aptos Display" panose="020B0004020202020204" pitchFamily="34" charset="0"/>
                <a:ea typeface="Calibri" pitchFamily="34" charset="-122"/>
                <a:cs typeface="Calibri" pitchFamily="34" charset="-120"/>
              </a:rPr>
              <a:t>Challenges Encountered</a:t>
            </a:r>
            <a:endParaRPr lang="en-US" sz="3200" dirty="0">
              <a:latin typeface="Aptos Display" panose="020B0004020202020204" pitchFamily="34" charset="0"/>
            </a:endParaRPr>
          </a:p>
        </p:txBody>
      </p:sp>
      <p:sp>
        <p:nvSpPr>
          <p:cNvPr id="7" name="Text 5"/>
          <p:cNvSpPr/>
          <p:nvPr/>
        </p:nvSpPr>
        <p:spPr>
          <a:xfrm>
            <a:off x="457200" y="1188720"/>
            <a:ext cx="3886200" cy="3639553"/>
          </a:xfrm>
          <a:prstGeom prst="rect">
            <a:avLst/>
          </a:prstGeom>
          <a:noFill/>
          <a:ln/>
        </p:spPr>
        <p:txBody>
          <a:bodyPr wrap="square" lIns="0" tIns="0" rIns="0" bIns="0" rtlCol="0" anchor="ctr"/>
          <a:lstStyle/>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latin typeface="Aptos Display" panose="020B0004020202020204" pitchFamily="34" charset="0"/>
              </a:rPr>
              <a:t>API Endpoint Mismatch - </a:t>
            </a:r>
            <a:r>
              <a:rPr lang="en-US" sz="1600" dirty="0">
                <a:latin typeface="Aptos Display" panose="020B0004020202020204" pitchFamily="34" charset="0"/>
              </a:rPr>
              <a:t>The Mark Answered button displayed an error. The frontend code was calling /prayers/:id/answered but the actual API route was /prayers/:id/answer. Fixed by checking the backend routes file.</a:t>
            </a:r>
          </a:p>
          <a:p>
            <a:pPr marL="285750" indent="-285750">
              <a:buFont typeface="Arial" panose="020B0604020202020204" pitchFamily="34" charset="0"/>
              <a:buChar char="•"/>
            </a:pPr>
            <a:endParaRPr lang="en-US" sz="1600" dirty="0">
              <a:latin typeface="Aptos Display" panose="020B0004020202020204" pitchFamily="34" charset="0"/>
            </a:endParaRPr>
          </a:p>
          <a:p>
            <a:pPr marL="285750" indent="-285750">
              <a:buFont typeface="Arial" panose="020B0604020202020204" pitchFamily="34" charset="0"/>
              <a:buChar char="•"/>
            </a:pPr>
            <a:r>
              <a:rPr lang="en-US" sz="1600" b="1" dirty="0">
                <a:latin typeface="Aptos Display" panose="020B0004020202020204" pitchFamily="34" charset="0"/>
              </a:rPr>
              <a:t>Dual-Mode Form Component - </a:t>
            </a:r>
            <a:r>
              <a:rPr lang="en-US" sz="1600" dirty="0">
                <a:latin typeface="Aptos Display" panose="020B0004020202020204" pitchFamily="34" charset="0"/>
              </a:rPr>
              <a:t>Building one </a:t>
            </a:r>
            <a:r>
              <a:rPr lang="en-US" sz="1600" dirty="0" err="1">
                <a:latin typeface="Aptos Display" panose="020B0004020202020204" pitchFamily="34" charset="0"/>
              </a:rPr>
              <a:t>PrayerForm</a:t>
            </a:r>
            <a:r>
              <a:rPr lang="en-US" sz="1600" dirty="0">
                <a:latin typeface="Aptos Display" panose="020B0004020202020204" pitchFamily="34" charset="0"/>
              </a:rPr>
              <a:t> component that handles both creating and editing required using </a:t>
            </a:r>
            <a:r>
              <a:rPr lang="en-US" sz="1600" dirty="0" err="1">
                <a:latin typeface="Aptos Display" panose="020B0004020202020204" pitchFamily="34" charset="0"/>
              </a:rPr>
              <a:t>useParams</a:t>
            </a:r>
            <a:r>
              <a:rPr lang="en-US" sz="1600" dirty="0">
                <a:latin typeface="Aptos Display" panose="020B0004020202020204" pitchFamily="34" charset="0"/>
              </a:rPr>
              <a:t> to detect if an ID was in the URL, then using </a:t>
            </a:r>
            <a:r>
              <a:rPr lang="en-US" sz="1600" dirty="0" err="1">
                <a:latin typeface="Aptos Display" panose="020B0004020202020204" pitchFamily="34" charset="0"/>
              </a:rPr>
              <a:t>useEffect</a:t>
            </a:r>
            <a:r>
              <a:rPr lang="en-US" sz="1600" dirty="0">
                <a:latin typeface="Aptos Display" panose="020B0004020202020204" pitchFamily="34" charset="0"/>
              </a:rPr>
              <a:t> to load the prayer data for edit mode.</a:t>
            </a:r>
          </a:p>
          <a:p>
            <a:pPr marL="285750" indent="-285750">
              <a:buFont typeface="Arial" panose="020B0604020202020204" pitchFamily="34" charset="0"/>
              <a:buChar char="•"/>
            </a:pPr>
            <a:endParaRPr lang="en-US" sz="1600" dirty="0"/>
          </a:p>
          <a:p>
            <a:pPr marL="0" indent="0">
              <a:buNone/>
            </a:pPr>
            <a:r>
              <a:rPr lang="en-US" sz="1400" b="1" dirty="0">
                <a:solidFill>
                  <a:srgbClr val="FFFFFF"/>
                </a:solidFill>
              </a:rPr>
              <a:t>  </a:t>
            </a:r>
            <a:endParaRPr lang="en-US" sz="1400" dirty="0"/>
          </a:p>
        </p:txBody>
      </p:sp>
      <p:sp>
        <p:nvSpPr>
          <p:cNvPr id="12" name="Text 10"/>
          <p:cNvSpPr/>
          <p:nvPr/>
        </p:nvSpPr>
        <p:spPr>
          <a:xfrm>
            <a:off x="4468093" y="1329244"/>
            <a:ext cx="4023358" cy="227640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b="1" dirty="0">
                <a:latin typeface="Aptos Display" panose="020B0004020202020204" pitchFamily="34" charset="0"/>
              </a:rPr>
              <a:t>Connecting React to an Existing API - </a:t>
            </a:r>
            <a:r>
              <a:rPr lang="en-US" sz="1600" dirty="0">
                <a:latin typeface="Aptos Display" panose="020B0004020202020204" pitchFamily="34" charset="0"/>
              </a:rPr>
              <a:t>The Milestone 3 API was built separately. Figuring out the exact URL format, query parameters (</a:t>
            </a:r>
            <a:r>
              <a:rPr lang="en-US" sz="1600" dirty="0" err="1">
                <a:latin typeface="Aptos Display" panose="020B0004020202020204" pitchFamily="34" charset="0"/>
              </a:rPr>
              <a:t>userId</a:t>
            </a:r>
            <a:r>
              <a:rPr lang="en-US" sz="1600" dirty="0">
                <a:latin typeface="Aptos Display" panose="020B0004020202020204" pitchFamily="34" charset="0"/>
              </a:rPr>
              <a:t>=1), and request body shape required checking the routes and controller files carefully.</a:t>
            </a:r>
          </a:p>
          <a:p>
            <a:pPr marL="285750" indent="-285750">
              <a:buFont typeface="Arial" panose="020B0604020202020204" pitchFamily="34" charset="0"/>
              <a:buChar char="•"/>
            </a:pPr>
            <a:endParaRPr lang="en-US" sz="1600" dirty="0">
              <a:latin typeface="Aptos Display" panose="020B0004020202020204" pitchFamily="34" charset="0"/>
            </a:endParaRPr>
          </a:p>
          <a:p>
            <a:pPr marL="285750" indent="-285750">
              <a:buFont typeface="Arial" panose="020B0604020202020204" pitchFamily="34" charset="0"/>
              <a:buChar char="•"/>
            </a:pPr>
            <a:endParaRPr lang="en-US" sz="1400" dirty="0"/>
          </a:p>
          <a:p>
            <a:pPr marL="0" indent="0">
              <a:buNone/>
            </a:pPr>
            <a:r>
              <a:rPr lang="en-US" sz="1400" b="1" dirty="0">
                <a:solidFill>
                  <a:srgbClr val="FFFFFF"/>
                </a:solidFill>
              </a:rPr>
              <a:t> </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C83A3-BC5B-87A5-DC49-A510C3390525}"/>
              </a:ext>
            </a:extLst>
          </p:cNvPr>
          <p:cNvSpPr>
            <a:spLocks noGrp="1"/>
          </p:cNvSpPr>
          <p:nvPr>
            <p:ph type="title"/>
          </p:nvPr>
        </p:nvSpPr>
        <p:spPr>
          <a:xfrm>
            <a:off x="769516" y="166868"/>
            <a:ext cx="6447501" cy="990600"/>
          </a:xfrm>
        </p:spPr>
        <p:txBody>
          <a:bodyPr anchor="t">
            <a:normAutofit fontScale="90000"/>
          </a:bodyPr>
          <a:lstStyle/>
          <a:p>
            <a:pPr>
              <a:lnSpc>
                <a:spcPct val="90000"/>
              </a:lnSpc>
            </a:pPr>
            <a:br>
              <a:rPr lang="en-US" sz="2100" b="1" dirty="0">
                <a:ea typeface="Calibri" pitchFamily="34" charset="-122"/>
                <a:cs typeface="Calibri" pitchFamily="34" charset="-120"/>
              </a:rPr>
            </a:br>
            <a:r>
              <a:rPr lang="en-US" sz="3600" b="1" dirty="0">
                <a:latin typeface="Aptos Display" panose="020B0004020202020204" pitchFamily="34" charset="0"/>
                <a:ea typeface="Calibri" pitchFamily="34" charset="-122"/>
                <a:cs typeface="Calibri" pitchFamily="34" charset="-120"/>
              </a:rPr>
              <a:t>Pending Bugs and Issues</a:t>
            </a:r>
            <a:br>
              <a:rPr lang="en-US" sz="2100" dirty="0"/>
            </a:br>
            <a:endParaRPr lang="en-US" sz="2100" dirty="0"/>
          </a:p>
        </p:txBody>
      </p:sp>
      <p:pic>
        <p:nvPicPr>
          <p:cNvPr id="5" name="Picture 4" descr="Computer script on a screen">
            <a:extLst>
              <a:ext uri="{FF2B5EF4-FFF2-40B4-BE49-F238E27FC236}">
                <a16:creationId xmlns:a16="http://schemas.microsoft.com/office/drawing/2014/main" id="{C771DE6E-F10B-8493-A340-4E36582373CF}"/>
              </a:ext>
            </a:extLst>
          </p:cNvPr>
          <p:cNvPicPr>
            <a:picLocks noChangeAspect="1"/>
          </p:cNvPicPr>
          <p:nvPr/>
        </p:nvPicPr>
        <p:blipFill>
          <a:blip r:embed="rId2"/>
          <a:srcRect t="7512" b="8219"/>
          <a:stretch>
            <a:fillRect/>
          </a:stretch>
        </p:blipFill>
        <p:spPr>
          <a:xfrm>
            <a:off x="613106" y="1619498"/>
            <a:ext cx="2824575" cy="2228870"/>
          </a:xfrm>
          <a:prstGeom prst="rect">
            <a:avLst/>
          </a:prstGeom>
        </p:spPr>
      </p:pic>
      <p:sp>
        <p:nvSpPr>
          <p:cNvPr id="3" name="Content Placeholder 2">
            <a:extLst>
              <a:ext uri="{FF2B5EF4-FFF2-40B4-BE49-F238E27FC236}">
                <a16:creationId xmlns:a16="http://schemas.microsoft.com/office/drawing/2014/main" id="{E5F5B16F-C85E-596A-A190-8DD6A13725DD}"/>
              </a:ext>
            </a:extLst>
          </p:cNvPr>
          <p:cNvSpPr>
            <a:spLocks noGrp="1"/>
          </p:cNvSpPr>
          <p:nvPr>
            <p:ph idx="1"/>
          </p:nvPr>
        </p:nvSpPr>
        <p:spPr>
          <a:xfrm>
            <a:off x="3750197" y="1157468"/>
            <a:ext cx="5116011" cy="3819164"/>
          </a:xfrm>
        </p:spPr>
        <p:txBody>
          <a:bodyPr>
            <a:normAutofit fontScale="92500" lnSpcReduction="20000"/>
          </a:bodyPr>
          <a:lstStyle/>
          <a:p>
            <a:pPr marL="285750" indent="-285750">
              <a:lnSpc>
                <a:spcPct val="90000"/>
              </a:lnSpc>
            </a:pPr>
            <a:r>
              <a:rPr lang="en-US" sz="1600" b="1" dirty="0">
                <a:solidFill>
                  <a:schemeClr val="tx1"/>
                </a:solidFill>
                <a:latin typeface="Aptos Display" panose="020B0004020202020204" pitchFamily="34" charset="0"/>
              </a:rPr>
              <a:t>No user login system: </a:t>
            </a:r>
            <a:r>
              <a:rPr lang="en-US" sz="1600" dirty="0" err="1">
                <a:solidFill>
                  <a:schemeClr val="tx1"/>
                </a:solidFill>
                <a:latin typeface="Aptos Display" panose="020B0004020202020204" pitchFamily="34" charset="0"/>
              </a:rPr>
              <a:t>userId</a:t>
            </a:r>
            <a:r>
              <a:rPr lang="en-US" sz="1600" dirty="0">
                <a:solidFill>
                  <a:schemeClr val="tx1"/>
                </a:solidFill>
                <a:latin typeface="Aptos Display" panose="020B0004020202020204" pitchFamily="34" charset="0"/>
              </a:rPr>
              <a:t> is hardcoded as 1. Anyone visiting the app sees the same prayers.  A login page with JWT authentication is needed for real users.</a:t>
            </a:r>
          </a:p>
          <a:p>
            <a:pPr marL="285750" indent="-285750">
              <a:lnSpc>
                <a:spcPct val="90000"/>
              </a:lnSpc>
            </a:pPr>
            <a:r>
              <a:rPr lang="en-US" sz="1600" b="1" dirty="0">
                <a:solidFill>
                  <a:schemeClr val="tx1"/>
                </a:solidFill>
                <a:latin typeface="Aptos Display" panose="020B0004020202020204" pitchFamily="34" charset="0"/>
              </a:rPr>
              <a:t>No prayer details view: </a:t>
            </a:r>
            <a:r>
              <a:rPr lang="en-US" sz="1600" dirty="0">
                <a:solidFill>
                  <a:schemeClr val="tx1"/>
                </a:solidFill>
                <a:latin typeface="Aptos Display" panose="020B0004020202020204" pitchFamily="34" charset="0"/>
              </a:rPr>
              <a:t>Clicking a prayer title does not open a full details page.  A view for reading the full description and notes is planned.</a:t>
            </a:r>
          </a:p>
          <a:p>
            <a:pPr marL="285750" indent="-285750">
              <a:lnSpc>
                <a:spcPct val="90000"/>
              </a:lnSpc>
            </a:pPr>
            <a:r>
              <a:rPr lang="en-US" sz="1600" b="1" dirty="0">
                <a:solidFill>
                  <a:schemeClr val="tx1"/>
                </a:solidFill>
                <a:latin typeface="Aptos Display" panose="020B0004020202020204" pitchFamily="34" charset="0"/>
              </a:rPr>
              <a:t>No input validation messages: </a:t>
            </a:r>
            <a:r>
              <a:rPr lang="en-US" sz="1600" dirty="0">
                <a:solidFill>
                  <a:schemeClr val="tx1"/>
                </a:solidFill>
                <a:latin typeface="Aptos Display" panose="020B0004020202020204" pitchFamily="34" charset="0"/>
              </a:rPr>
              <a:t>The form only uses the HTML required attribute. Custom error messages for empty or invalid fields have not been added.</a:t>
            </a:r>
          </a:p>
          <a:p>
            <a:pPr marL="285750" indent="-285750">
              <a:lnSpc>
                <a:spcPct val="90000"/>
              </a:lnSpc>
            </a:pPr>
            <a:r>
              <a:rPr lang="en-US" sz="1600" b="1" dirty="0">
                <a:solidFill>
                  <a:schemeClr val="tx1"/>
                </a:solidFill>
                <a:latin typeface="Aptos Display" panose="020B0004020202020204" pitchFamily="34" charset="0"/>
              </a:rPr>
              <a:t>No category management page: </a:t>
            </a:r>
            <a:r>
              <a:rPr lang="en-US" sz="1600" dirty="0">
                <a:solidFill>
                  <a:schemeClr val="tx1"/>
                </a:solidFill>
                <a:latin typeface="Aptos Display" panose="020B0004020202020204" pitchFamily="34" charset="0"/>
              </a:rPr>
              <a:t>The API supports creating and editing categories, but the React app has no UI for it yet. Categories are hardcoded in the form dropdown.</a:t>
            </a:r>
          </a:p>
          <a:p>
            <a:pPr marL="285750" indent="-285750">
              <a:lnSpc>
                <a:spcPct val="90000"/>
              </a:lnSpc>
            </a:pPr>
            <a:r>
              <a:rPr lang="en-US" sz="1600" b="1" dirty="0">
                <a:solidFill>
                  <a:schemeClr val="tx1"/>
                </a:solidFill>
                <a:latin typeface="Aptos Display" panose="020B0004020202020204" pitchFamily="34" charset="0"/>
              </a:rPr>
              <a:t>No search bar in the UI: </a:t>
            </a:r>
            <a:r>
              <a:rPr lang="en-US" sz="1600" dirty="0">
                <a:solidFill>
                  <a:schemeClr val="tx1"/>
                </a:solidFill>
                <a:latin typeface="Aptos Display" panose="020B0004020202020204" pitchFamily="34" charset="0"/>
              </a:rPr>
              <a:t>The API has a search endpoint (/</a:t>
            </a:r>
            <a:r>
              <a:rPr lang="en-US" sz="1600" dirty="0" err="1">
                <a:solidFill>
                  <a:schemeClr val="tx1"/>
                </a:solidFill>
                <a:latin typeface="Aptos Display" panose="020B0004020202020204" pitchFamily="34" charset="0"/>
              </a:rPr>
              <a:t>api</a:t>
            </a:r>
            <a:r>
              <a:rPr lang="en-US" sz="1600" dirty="0">
                <a:solidFill>
                  <a:schemeClr val="tx1"/>
                </a:solidFill>
                <a:latin typeface="Aptos Display" panose="020B0004020202020204" pitchFamily="34" charset="0"/>
              </a:rPr>
              <a:t>/prayers/search), but the React frontend has not connected to it yet.</a:t>
            </a:r>
          </a:p>
          <a:p>
            <a:pPr marL="285750" indent="-285750">
              <a:lnSpc>
                <a:spcPct val="90000"/>
              </a:lnSpc>
            </a:pPr>
            <a:r>
              <a:rPr lang="en-US" sz="1600" b="1" dirty="0">
                <a:solidFill>
                  <a:schemeClr val="tx1"/>
                </a:solidFill>
                <a:latin typeface="Aptos Display" panose="020B0004020202020204" pitchFamily="34" charset="0"/>
              </a:rPr>
              <a:t>No pagination: </a:t>
            </a:r>
            <a:r>
              <a:rPr lang="en-US" sz="1600" dirty="0">
                <a:solidFill>
                  <a:schemeClr val="tx1"/>
                </a:solidFill>
                <a:latin typeface="Aptos Display" panose="020B0004020202020204" pitchFamily="34" charset="0"/>
              </a:rPr>
              <a:t>All prayers load at once. With many prayers, this could be slow. Pagination or infinite scroll should be added later</a:t>
            </a:r>
          </a:p>
          <a:p>
            <a:pPr>
              <a:lnSpc>
                <a:spcPct val="90000"/>
              </a:lnSpc>
            </a:pPr>
            <a:endParaRPr lang="en-US" sz="600" dirty="0"/>
          </a:p>
        </p:txBody>
      </p:sp>
    </p:spTree>
    <p:extLst>
      <p:ext uri="{BB962C8B-B14F-4D97-AF65-F5344CB8AC3E}">
        <p14:creationId xmlns:p14="http://schemas.microsoft.com/office/powerpoint/2010/main" val="2898602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b="1" dirty="0">
                <a:latin typeface="+mj-lt"/>
                <a:ea typeface="Calibri" pitchFamily="34" charset="-122"/>
                <a:cs typeface="Calibri" pitchFamily="34" charset="-120"/>
              </a:rPr>
              <a:t>Lessons Learned</a:t>
            </a:r>
            <a:endParaRPr lang="en-US" sz="3200" dirty="0">
              <a:latin typeface="+mj-lt"/>
            </a:endParaRPr>
          </a:p>
        </p:txBody>
      </p:sp>
      <p:sp>
        <p:nvSpPr>
          <p:cNvPr id="9" name="Text 7"/>
          <p:cNvSpPr/>
          <p:nvPr/>
        </p:nvSpPr>
        <p:spPr>
          <a:xfrm>
            <a:off x="457199" y="925830"/>
            <a:ext cx="3970421" cy="3886802"/>
          </a:xfrm>
          <a:prstGeom prst="rect">
            <a:avLst/>
          </a:prstGeom>
          <a:noFill/>
          <a:ln/>
        </p:spPr>
        <p:txBody>
          <a:bodyPr wrap="square" rtlCol="0" anchor="ctr"/>
          <a:lstStyle/>
          <a:p>
            <a:r>
              <a:rPr lang="en-US" sz="1600" b="1" dirty="0">
                <a:highlight>
                  <a:srgbClr val="FF00FF"/>
                </a:highlight>
              </a:rPr>
              <a:t>1. One Component, Two Purposes</a:t>
            </a:r>
          </a:p>
          <a:p>
            <a:pPr marL="285750" indent="-285750">
              <a:buFont typeface="Arial" panose="020B0604020202020204" pitchFamily="34" charset="0"/>
              <a:buChar char="•"/>
            </a:pPr>
            <a:r>
              <a:rPr lang="en-US" sz="1600" dirty="0" err="1"/>
              <a:t>PrayerForm</a:t>
            </a:r>
            <a:r>
              <a:rPr lang="en-US" sz="1600" dirty="0"/>
              <a:t> handles both create and edit mode using useParams and useEffect. This avoids writing the same form twice and is easier to maintain.</a:t>
            </a:r>
          </a:p>
          <a:p>
            <a:r>
              <a:rPr lang="en-US" sz="1600" b="1" dirty="0">
                <a:highlight>
                  <a:srgbClr val="FF00FF"/>
                </a:highlight>
              </a:rPr>
              <a:t>2. Always Check Both Sides</a:t>
            </a:r>
            <a:endParaRPr lang="en-US" sz="1600" dirty="0">
              <a:highlight>
                <a:srgbClr val="FF00FF"/>
              </a:highlight>
            </a:endParaRPr>
          </a:p>
          <a:p>
            <a:pPr marL="285750" indent="-285750">
              <a:buFont typeface="Arial" panose="020B0604020202020204" pitchFamily="34" charset="0"/>
              <a:buChar char="•"/>
            </a:pPr>
            <a:r>
              <a:rPr lang="en-US" sz="1600" dirty="0"/>
              <a:t>When an API call fails, check both the frontend URL and the backend routes file. The bug is often a small mismatch like /answered vs /answer.</a:t>
            </a:r>
          </a:p>
          <a:p>
            <a:endParaRPr lang="en-US" sz="1400" dirty="0"/>
          </a:p>
        </p:txBody>
      </p:sp>
      <p:sp>
        <p:nvSpPr>
          <p:cNvPr id="19" name="Text 17"/>
          <p:cNvSpPr/>
          <p:nvPr/>
        </p:nvSpPr>
        <p:spPr>
          <a:xfrm>
            <a:off x="4598471" y="925829"/>
            <a:ext cx="3996889" cy="4217671"/>
          </a:xfrm>
          <a:prstGeom prst="rect">
            <a:avLst/>
          </a:prstGeom>
          <a:noFill/>
          <a:ln/>
        </p:spPr>
        <p:txBody>
          <a:bodyPr wrap="square" rtlCol="0" anchor="ctr"/>
          <a:lstStyle/>
          <a:p>
            <a:r>
              <a:rPr lang="en-US" sz="1400" dirty="0"/>
              <a:t>.</a:t>
            </a:r>
          </a:p>
          <a:p>
            <a:endParaRPr lang="en-US" sz="1600" b="1" dirty="0">
              <a:highlight>
                <a:srgbClr val="FF00FF"/>
              </a:highlight>
            </a:endParaRPr>
          </a:p>
          <a:p>
            <a:endParaRPr lang="en-US" sz="1600" b="1" dirty="0">
              <a:highlight>
                <a:srgbClr val="FF00FF"/>
              </a:highlight>
            </a:endParaRPr>
          </a:p>
          <a:p>
            <a:r>
              <a:rPr lang="en-US" sz="1600" b="1" dirty="0">
                <a:highlight>
                  <a:srgbClr val="FF00FF"/>
                </a:highlight>
              </a:rPr>
              <a:t>3. dataSource.js Saves Repetition</a:t>
            </a:r>
          </a:p>
          <a:p>
            <a:pPr marL="285750" indent="-285750">
              <a:buFont typeface="Arial" panose="020B0604020202020204" pitchFamily="34" charset="0"/>
              <a:buChar char="•"/>
            </a:pPr>
            <a:r>
              <a:rPr lang="en-US" sz="1600" dirty="0"/>
              <a:t>Storing the API base URL in one file means all components share it. If the URL changes, I only update one file instead of every component.</a:t>
            </a:r>
          </a:p>
          <a:p>
            <a:r>
              <a:rPr lang="en-US" sz="1600" b="1" dirty="0">
                <a:highlight>
                  <a:srgbClr val="FF00FF"/>
                </a:highlight>
              </a:rPr>
              <a:t>4. </a:t>
            </a:r>
            <a:r>
              <a:rPr lang="en-US" sz="1600" b="1" dirty="0" err="1">
                <a:highlight>
                  <a:srgbClr val="FF00FF"/>
                </a:highlight>
              </a:rPr>
              <a:t>useEffect</a:t>
            </a:r>
            <a:r>
              <a:rPr lang="en-US" sz="1600" b="1" dirty="0">
                <a:highlight>
                  <a:srgbClr val="FF00FF"/>
                </a:highlight>
              </a:rPr>
              <a:t> Dependency Array Matters</a:t>
            </a:r>
            <a:endParaRPr lang="en-US" sz="1600" dirty="0">
              <a:highlight>
                <a:srgbClr val="FF00FF"/>
              </a:highlight>
            </a:endParaRPr>
          </a:p>
          <a:p>
            <a:pPr marL="285750" indent="-285750">
              <a:buFont typeface="Arial" panose="020B0604020202020204" pitchFamily="34" charset="0"/>
              <a:buChar char="•"/>
            </a:pPr>
            <a:r>
              <a:rPr lang="en-US" sz="1600" dirty="0"/>
              <a:t>Passing </a:t>
            </a:r>
            <a:r>
              <a:rPr lang="en-US" sz="1600" dirty="0" err="1"/>
              <a:t>answeredOnly</a:t>
            </a:r>
            <a:r>
              <a:rPr lang="en-US" sz="1600" dirty="0"/>
              <a:t> as a dependency to </a:t>
            </a:r>
            <a:r>
              <a:rPr lang="en-US" sz="1600" dirty="0" err="1"/>
              <a:t>useEffect</a:t>
            </a:r>
            <a:r>
              <a:rPr lang="en-US" sz="1600" dirty="0"/>
              <a:t> means the list automatically reloads when switching between All Prayers and Answered Prayers.</a:t>
            </a:r>
          </a:p>
          <a:p>
            <a:r>
              <a:rPr lang="en-US" sz="1600" b="1" dirty="0">
                <a:highlight>
                  <a:srgbClr val="FF00FF"/>
                </a:highlight>
              </a:rPr>
              <a:t>5. Test Every Button Separately</a:t>
            </a:r>
            <a:endParaRPr lang="en-US" sz="1600" dirty="0">
              <a:highlight>
                <a:srgbClr val="FF00FF"/>
              </a:highlight>
            </a:endParaRPr>
          </a:p>
          <a:p>
            <a:pPr marL="285750" indent="-285750">
              <a:buFont typeface="Arial" panose="020B0604020202020204" pitchFamily="34" charset="0"/>
              <a:buChar char="•"/>
            </a:pPr>
            <a:r>
              <a:rPr lang="en-US" sz="1600" dirty="0"/>
              <a:t>Each CRUD button needed to be tested one at a time to catch issues. Automated testing would help catch these problems faster in future projects.</a:t>
            </a:r>
          </a:p>
          <a:p>
            <a:endParaRPr lang="en-US" sz="1400" dirty="0"/>
          </a:p>
          <a:p>
            <a:endParaRPr lang="en-US" sz="1400" dirty="0"/>
          </a:p>
          <a:p>
            <a:pPr marL="0" indent="0">
              <a:buNone/>
            </a:pP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6BC9EB-F181-48AB-BCA2-3D1DB20D2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9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DB87CB-C4F1-3262-834B-CBFF6A1A9A16}"/>
              </a:ext>
            </a:extLst>
          </p:cNvPr>
          <p:cNvSpPr>
            <a:spLocks noGrp="1"/>
          </p:cNvSpPr>
          <p:nvPr>
            <p:ph type="ctrTitle"/>
          </p:nvPr>
        </p:nvSpPr>
        <p:spPr>
          <a:xfrm>
            <a:off x="1130299" y="749595"/>
            <a:ext cx="4273550" cy="3359889"/>
          </a:xfrm>
        </p:spPr>
        <p:txBody>
          <a:bodyPr anchor="ctr">
            <a:normAutofit/>
          </a:bodyPr>
          <a:lstStyle/>
          <a:p>
            <a:r>
              <a:rPr lang="en-US" sz="4000" b="1" dirty="0">
                <a:latin typeface="Aptos Display" panose="020B0004020202020204" pitchFamily="34" charset="0"/>
                <a:ea typeface="Calibri" pitchFamily="34" charset="-122"/>
                <a:cs typeface="Calibri" pitchFamily="34" charset="-120"/>
              </a:rPr>
              <a:t>MILESTONE 6</a:t>
            </a:r>
            <a:br>
              <a:rPr lang="en-US" sz="3200" dirty="0">
                <a:latin typeface="Aptos Display" panose="020B0004020202020204" pitchFamily="34" charset="0"/>
              </a:rPr>
            </a:br>
            <a:r>
              <a:rPr lang="en-US" sz="2800" dirty="0">
                <a:latin typeface="Aptos Display" panose="020B0004020202020204" pitchFamily="34" charset="0"/>
              </a:rPr>
              <a:t>Completed React Application</a:t>
            </a:r>
            <a:br>
              <a:rPr lang="en-US" dirty="0"/>
            </a:br>
            <a:endParaRPr lang="en-US" dirty="0"/>
          </a:p>
        </p:txBody>
      </p:sp>
      <p:sp>
        <p:nvSpPr>
          <p:cNvPr id="3" name="Subtitle 2">
            <a:extLst>
              <a:ext uri="{FF2B5EF4-FFF2-40B4-BE49-F238E27FC236}">
                <a16:creationId xmlns:a16="http://schemas.microsoft.com/office/drawing/2014/main" id="{FDC94EC1-A19A-8929-BA80-1C8FA74170B6}"/>
              </a:ext>
            </a:extLst>
          </p:cNvPr>
          <p:cNvSpPr>
            <a:spLocks noGrp="1"/>
          </p:cNvSpPr>
          <p:nvPr>
            <p:ph type="subTitle" idx="1"/>
          </p:nvPr>
        </p:nvSpPr>
        <p:spPr>
          <a:xfrm>
            <a:off x="5903978" y="749595"/>
            <a:ext cx="2855214" cy="3359889"/>
          </a:xfrm>
        </p:spPr>
        <p:txBody>
          <a:bodyPr anchor="ctr">
            <a:normAutofit/>
          </a:bodyPr>
          <a:lstStyle/>
          <a:p>
            <a:pPr algn="l"/>
            <a:r>
              <a:rPr lang="en-US" sz="1600" dirty="0">
                <a:solidFill>
                  <a:schemeClr val="tx1"/>
                </a:solidFill>
                <a:highlight>
                  <a:srgbClr val="FF00FF"/>
                </a:highlight>
                <a:latin typeface="Aptos Display" panose="020B0004020202020204" pitchFamily="34" charset="0"/>
              </a:rPr>
              <a:t>Login  |  Register  |  Prayer Details  |  Categories  |  Search</a:t>
            </a:r>
          </a:p>
          <a:p>
            <a:pPr algn="l"/>
            <a:endParaRPr lang="en-US" dirty="0"/>
          </a:p>
        </p:txBody>
      </p:sp>
      <p:sp>
        <p:nvSpPr>
          <p:cNvPr id="10" name="Isosceles Triangle 9">
            <a:extLst>
              <a:ext uri="{FF2B5EF4-FFF2-40B4-BE49-F238E27FC236}">
                <a16:creationId xmlns:a16="http://schemas.microsoft.com/office/drawing/2014/main" id="{D33AAA80-39DC-4020-9BFF-0718F35C7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424961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C9C5D90B-7EE3-4D26-AB7D-A5A3A6E112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1229389"/>
            <a:ext cx="0" cy="2400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Isosceles Triangle 13">
            <a:extLst>
              <a:ext uri="{FF2B5EF4-FFF2-40B4-BE49-F238E27FC236}">
                <a16:creationId xmlns:a16="http://schemas.microsoft.com/office/drawing/2014/main" id="{1177F295-741F-4EFF-B0CA-BE69295AD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8512053" y="913317"/>
            <a:ext cx="631947" cy="424961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77268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BCAC-93DF-22DE-F737-CAB75F23F1C5}"/>
              </a:ext>
            </a:extLst>
          </p:cNvPr>
          <p:cNvSpPr>
            <a:spLocks noGrp="1"/>
          </p:cNvSpPr>
          <p:nvPr>
            <p:ph type="title"/>
          </p:nvPr>
        </p:nvSpPr>
        <p:spPr>
          <a:xfrm>
            <a:off x="628650" y="273844"/>
            <a:ext cx="7886700" cy="727053"/>
          </a:xfrm>
        </p:spPr>
        <p:txBody>
          <a:bodyPr>
            <a:normAutofit fontScale="90000"/>
          </a:bodyPr>
          <a:lstStyle/>
          <a:p>
            <a:r>
              <a:rPr lang="en-US" sz="3600" b="1" dirty="0">
                <a:latin typeface="Aptos Display" panose="020B0004020202020204" pitchFamily="34" charset="0"/>
                <a:ea typeface="Calibri" pitchFamily="34" charset="-122"/>
                <a:cs typeface="Calibri" pitchFamily="34" charset="-120"/>
              </a:rPr>
              <a:t>What Was Added in Milestone 6</a:t>
            </a:r>
            <a:br>
              <a:rPr lang="en-US" sz="3600" dirty="0"/>
            </a:br>
            <a:endParaRPr lang="en-US" dirty="0"/>
          </a:p>
        </p:txBody>
      </p:sp>
      <p:sp>
        <p:nvSpPr>
          <p:cNvPr id="3" name="Content Placeholder 2">
            <a:extLst>
              <a:ext uri="{FF2B5EF4-FFF2-40B4-BE49-F238E27FC236}">
                <a16:creationId xmlns:a16="http://schemas.microsoft.com/office/drawing/2014/main" id="{96CB5654-D404-52FB-6DDE-FA387F3474DB}"/>
              </a:ext>
            </a:extLst>
          </p:cNvPr>
          <p:cNvSpPr>
            <a:spLocks noGrp="1"/>
          </p:cNvSpPr>
          <p:nvPr>
            <p:ph idx="1"/>
          </p:nvPr>
        </p:nvSpPr>
        <p:spPr>
          <a:xfrm>
            <a:off x="628650" y="1124465"/>
            <a:ext cx="7886700" cy="3508258"/>
          </a:xfrm>
        </p:spPr>
        <p:txBody>
          <a:bodyPr>
            <a:normAutofit fontScale="92500" lnSpcReduction="10000"/>
          </a:bodyPr>
          <a:lstStyle/>
          <a:p>
            <a:r>
              <a:rPr lang="en-US" sz="1800" b="1" dirty="0">
                <a:solidFill>
                  <a:schemeClr val="tx1"/>
                </a:solidFill>
                <a:latin typeface="Aptos Display" panose="020B0004020202020204" pitchFamily="34" charset="0"/>
              </a:rPr>
              <a:t>Login Page - </a:t>
            </a:r>
            <a:r>
              <a:rPr lang="en-US" sz="1800" dirty="0">
                <a:solidFill>
                  <a:schemeClr val="tx1"/>
                </a:solidFill>
                <a:latin typeface="Aptos Display" panose="020B0004020202020204" pitchFamily="34" charset="0"/>
              </a:rPr>
              <a:t>Users sign in with email and password checked against the MySQL database. Invalid login shows an error message.</a:t>
            </a:r>
          </a:p>
          <a:p>
            <a:r>
              <a:rPr lang="en-US" sz="1800" b="1" dirty="0">
                <a:solidFill>
                  <a:schemeClr val="tx1"/>
                </a:solidFill>
                <a:latin typeface="Aptos Display" panose="020B0004020202020204" pitchFamily="34" charset="0"/>
              </a:rPr>
              <a:t>Register Page - </a:t>
            </a:r>
            <a:r>
              <a:rPr lang="en-US" sz="1800" dirty="0">
                <a:solidFill>
                  <a:schemeClr val="tx1"/>
                </a:solidFill>
                <a:latin typeface="Aptos Display" panose="020B0004020202020204" pitchFamily="34" charset="0"/>
              </a:rPr>
              <a:t>New users create an account by entering their name, email, and password. Account is saved to the database, and user is redirected to login.</a:t>
            </a:r>
          </a:p>
          <a:p>
            <a:r>
              <a:rPr lang="en-US" sz="1800" b="1" dirty="0">
                <a:solidFill>
                  <a:schemeClr val="tx1"/>
                </a:solidFill>
                <a:latin typeface="Aptos Display" panose="020B0004020202020204" pitchFamily="34" charset="0"/>
              </a:rPr>
              <a:t>Prayer Details Page - </a:t>
            </a:r>
            <a:r>
              <a:rPr lang="en-US" sz="1800" dirty="0">
                <a:solidFill>
                  <a:schemeClr val="tx1"/>
                </a:solidFill>
                <a:latin typeface="Aptos Display" panose="020B0004020202020204" pitchFamily="34" charset="0"/>
              </a:rPr>
              <a:t>Clicking View on any prayer opens a full details page showing title, description, notes, date created, and date answered.</a:t>
            </a:r>
          </a:p>
          <a:p>
            <a:r>
              <a:rPr lang="en-US" sz="1800" b="1" dirty="0">
                <a:solidFill>
                  <a:schemeClr val="tx1"/>
                </a:solidFill>
                <a:latin typeface="Aptos Display" panose="020B0004020202020204" pitchFamily="34" charset="0"/>
              </a:rPr>
              <a:t>Categories Management - </a:t>
            </a:r>
            <a:r>
              <a:rPr lang="en-US" sz="1800" dirty="0">
                <a:solidFill>
                  <a:schemeClr val="tx1"/>
                </a:solidFill>
                <a:latin typeface="Aptos Display" panose="020B0004020202020204" pitchFamily="34" charset="0"/>
              </a:rPr>
              <a:t>Users can view, add, edit, and delete prayer categories. Each category has a name and a color shown as colored circles.</a:t>
            </a:r>
          </a:p>
          <a:p>
            <a:r>
              <a:rPr lang="en-US" sz="1800" b="1" dirty="0">
                <a:solidFill>
                  <a:schemeClr val="tx1"/>
                </a:solidFill>
                <a:latin typeface="Aptos Display" panose="020B0004020202020204" pitchFamily="34" charset="0"/>
              </a:rPr>
              <a:t>Search Page - </a:t>
            </a:r>
            <a:r>
              <a:rPr lang="en-US" sz="1800" dirty="0">
                <a:solidFill>
                  <a:schemeClr val="tx1"/>
                </a:solidFill>
                <a:latin typeface="Aptos Display" panose="020B0004020202020204" pitchFamily="34" charset="0"/>
              </a:rPr>
              <a:t>Users can search prayers by keyword. Results are shown in a table with View, Edit, and Delete buttons and a result count.</a:t>
            </a:r>
          </a:p>
          <a:p>
            <a:r>
              <a:rPr lang="en-US" sz="1800" b="1" dirty="0">
                <a:solidFill>
                  <a:schemeClr val="tx1"/>
                </a:solidFill>
                <a:latin typeface="Aptos Display" panose="020B0004020202020204" pitchFamily="34" charset="0"/>
              </a:rPr>
              <a:t>Protected Routes - </a:t>
            </a:r>
            <a:r>
              <a:rPr lang="en-US" sz="1800" dirty="0">
                <a:solidFill>
                  <a:schemeClr val="tx1"/>
                </a:solidFill>
                <a:latin typeface="Aptos Display" panose="020B0004020202020204" pitchFamily="34" charset="0"/>
              </a:rPr>
              <a:t>All pages are protected. If a user tries to visit any page without logging in, they are automatically redirected to login.</a:t>
            </a:r>
          </a:p>
          <a:p>
            <a:endParaRPr lang="en-US" sz="1800" dirty="0"/>
          </a:p>
          <a:p>
            <a:endParaRPr lang="en-US" sz="1800" dirty="0"/>
          </a:p>
          <a:p>
            <a:endParaRPr lang="en-US" sz="1800" dirty="0"/>
          </a:p>
          <a:p>
            <a:endParaRPr lang="en-US" sz="1800" dirty="0"/>
          </a:p>
          <a:p>
            <a:endParaRPr lang="en-US" sz="1800" dirty="0"/>
          </a:p>
          <a:p>
            <a:endParaRPr lang="en-US" sz="2400" dirty="0"/>
          </a:p>
          <a:p>
            <a:endParaRPr lang="en-US" dirty="0"/>
          </a:p>
        </p:txBody>
      </p:sp>
    </p:spTree>
    <p:extLst>
      <p:ext uri="{BB962C8B-B14F-4D97-AF65-F5344CB8AC3E}">
        <p14:creationId xmlns:p14="http://schemas.microsoft.com/office/powerpoint/2010/main" val="1223618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B105-0E28-D6F4-41AE-9E4803CB9BD3}"/>
              </a:ext>
            </a:extLst>
          </p:cNvPr>
          <p:cNvSpPr>
            <a:spLocks noGrp="1"/>
          </p:cNvSpPr>
          <p:nvPr>
            <p:ph type="title"/>
          </p:nvPr>
        </p:nvSpPr>
        <p:spPr>
          <a:xfrm>
            <a:off x="628650" y="273844"/>
            <a:ext cx="7886700" cy="813551"/>
          </a:xfrm>
        </p:spPr>
        <p:txBody>
          <a:bodyPr>
            <a:normAutofit fontScale="90000"/>
          </a:bodyPr>
          <a:lstStyle/>
          <a:p>
            <a:r>
              <a:rPr lang="en-US" sz="3600" b="1" dirty="0">
                <a:latin typeface="Aptos Display" panose="020B0004020202020204" pitchFamily="34" charset="0"/>
                <a:ea typeface="Calibri" pitchFamily="34" charset="-122"/>
                <a:cs typeface="Calibri" pitchFamily="34" charset="-120"/>
              </a:rPr>
              <a:t>Application Pages Overview</a:t>
            </a:r>
            <a:br>
              <a:rPr lang="en-US" sz="3600" dirty="0"/>
            </a:br>
            <a:endParaRPr lang="en-US" dirty="0"/>
          </a:p>
        </p:txBody>
      </p:sp>
      <p:sp>
        <p:nvSpPr>
          <p:cNvPr id="3" name="Content Placeholder 2">
            <a:extLst>
              <a:ext uri="{FF2B5EF4-FFF2-40B4-BE49-F238E27FC236}">
                <a16:creationId xmlns:a16="http://schemas.microsoft.com/office/drawing/2014/main" id="{E7309DA8-1CE4-F061-B10A-3D47A60381BC}"/>
              </a:ext>
            </a:extLst>
          </p:cNvPr>
          <p:cNvSpPr>
            <a:spLocks noGrp="1"/>
          </p:cNvSpPr>
          <p:nvPr>
            <p:ph sz="half" idx="1"/>
          </p:nvPr>
        </p:nvSpPr>
        <p:spPr>
          <a:xfrm>
            <a:off x="508000" y="1620442"/>
            <a:ext cx="3567171" cy="2910579"/>
          </a:xfrm>
        </p:spPr>
        <p:txBody>
          <a:bodyPr>
            <a:normAutofit fontScale="77500" lnSpcReduction="20000"/>
          </a:bodyPr>
          <a:lstStyle/>
          <a:p>
            <a:pPr marL="0" indent="0">
              <a:buNone/>
            </a:pPr>
            <a:r>
              <a:rPr lang="en-US" sz="1900" b="1" dirty="0">
                <a:solidFill>
                  <a:schemeClr val="tx1"/>
                </a:solidFill>
                <a:highlight>
                  <a:srgbClr val="FF00FF"/>
                </a:highlight>
                <a:latin typeface="Aptos Display" panose="020B0004020202020204" pitchFamily="34" charset="0"/>
              </a:rPr>
              <a:t>Login Page</a:t>
            </a:r>
            <a:endParaRPr lang="en-US" sz="1900" dirty="0">
              <a:solidFill>
                <a:schemeClr val="tx1"/>
              </a:solidFill>
              <a:highlight>
                <a:srgbClr val="FF00FF"/>
              </a:highlight>
              <a:latin typeface="Aptos Display" panose="020B0004020202020204" pitchFamily="34" charset="0"/>
            </a:endParaRPr>
          </a:p>
          <a:p>
            <a:r>
              <a:rPr lang="en-US" sz="1900" dirty="0">
                <a:solidFill>
                  <a:schemeClr val="tx1"/>
                </a:solidFill>
                <a:latin typeface="Aptos Display" panose="020B0004020202020204" pitchFamily="34" charset="0"/>
              </a:rPr>
              <a:t>Clean login form with email and password. Link to Register page for new users.</a:t>
            </a:r>
          </a:p>
          <a:p>
            <a:pPr marL="0" indent="0">
              <a:buNone/>
            </a:pPr>
            <a:r>
              <a:rPr lang="en-US" sz="1900" b="1" dirty="0">
                <a:solidFill>
                  <a:schemeClr val="tx1"/>
                </a:solidFill>
                <a:highlight>
                  <a:srgbClr val="FF00FF"/>
                </a:highlight>
                <a:latin typeface="Aptos Display" panose="020B0004020202020204" pitchFamily="34" charset="0"/>
              </a:rPr>
              <a:t>Register Page</a:t>
            </a:r>
            <a:endParaRPr lang="en-US" sz="1900" dirty="0">
              <a:solidFill>
                <a:schemeClr val="tx1"/>
              </a:solidFill>
              <a:highlight>
                <a:srgbClr val="FF00FF"/>
              </a:highlight>
              <a:latin typeface="Aptos Display" panose="020B0004020202020204" pitchFamily="34" charset="0"/>
            </a:endParaRPr>
          </a:p>
          <a:p>
            <a:r>
              <a:rPr lang="en-US" sz="1900" dirty="0">
                <a:solidFill>
                  <a:schemeClr val="tx1"/>
                </a:solidFill>
                <a:latin typeface="Aptos Display" panose="020B0004020202020204" pitchFamily="34" charset="0"/>
              </a:rPr>
              <a:t>Registration form with name, email, password, and confirm password validation.</a:t>
            </a:r>
          </a:p>
          <a:p>
            <a:pPr marL="0" indent="0">
              <a:buNone/>
            </a:pPr>
            <a:r>
              <a:rPr lang="en-US" sz="1900" b="1" dirty="0">
                <a:solidFill>
                  <a:schemeClr val="tx1"/>
                </a:solidFill>
                <a:highlight>
                  <a:srgbClr val="FF00FF"/>
                </a:highlight>
                <a:latin typeface="Aptos Display" panose="020B0004020202020204" pitchFamily="34" charset="0"/>
              </a:rPr>
              <a:t>All Prayers</a:t>
            </a:r>
          </a:p>
          <a:p>
            <a:r>
              <a:rPr lang="en-US" sz="1900" dirty="0">
                <a:solidFill>
                  <a:schemeClr val="tx1"/>
                </a:solidFill>
                <a:latin typeface="Aptos Display" panose="020B0004020202020204" pitchFamily="34" charset="0"/>
              </a:rPr>
              <a:t>Prayers table with Welcome message showing logged-in user name. View, Edit, Delete on each </a:t>
            </a:r>
            <a:r>
              <a:rPr lang="en-US" sz="1700" dirty="0">
                <a:solidFill>
                  <a:schemeClr val="tx1"/>
                </a:solidFill>
                <a:latin typeface="Aptos Display" panose="020B0004020202020204" pitchFamily="34" charset="0"/>
              </a:rPr>
              <a:t>row.</a:t>
            </a:r>
          </a:p>
          <a:p>
            <a:endParaRPr lang="en-US" sz="1700" dirty="0"/>
          </a:p>
          <a:p>
            <a:endParaRPr lang="en-US" dirty="0"/>
          </a:p>
        </p:txBody>
      </p:sp>
      <p:sp>
        <p:nvSpPr>
          <p:cNvPr id="4" name="Content Placeholder 3">
            <a:extLst>
              <a:ext uri="{FF2B5EF4-FFF2-40B4-BE49-F238E27FC236}">
                <a16:creationId xmlns:a16="http://schemas.microsoft.com/office/drawing/2014/main" id="{72F11217-C59E-3944-8629-D925C3439DEE}"/>
              </a:ext>
            </a:extLst>
          </p:cNvPr>
          <p:cNvSpPr>
            <a:spLocks noGrp="1"/>
          </p:cNvSpPr>
          <p:nvPr>
            <p:ph sz="half" idx="2"/>
          </p:nvPr>
        </p:nvSpPr>
        <p:spPr>
          <a:xfrm>
            <a:off x="4361486" y="1620441"/>
            <a:ext cx="3567171" cy="2910580"/>
          </a:xfrm>
        </p:spPr>
        <p:txBody>
          <a:bodyPr>
            <a:normAutofit fontScale="77500" lnSpcReduction="20000"/>
          </a:bodyPr>
          <a:lstStyle/>
          <a:p>
            <a:pPr marL="0" indent="0">
              <a:buNone/>
            </a:pPr>
            <a:r>
              <a:rPr lang="en-US" sz="1800" b="1" dirty="0">
                <a:solidFill>
                  <a:schemeClr val="tx1"/>
                </a:solidFill>
                <a:highlight>
                  <a:srgbClr val="FF00FF"/>
                </a:highlight>
                <a:latin typeface="Aptos Display" panose="020B0004020202020204" pitchFamily="34" charset="0"/>
              </a:rPr>
              <a:t>Prayer Details</a:t>
            </a:r>
            <a:endParaRPr lang="en-US" sz="1800" dirty="0">
              <a:solidFill>
                <a:schemeClr val="tx1"/>
              </a:solidFill>
              <a:highlight>
                <a:srgbClr val="FF00FF"/>
              </a:highlight>
              <a:latin typeface="Aptos Display" panose="020B0004020202020204" pitchFamily="34" charset="0"/>
            </a:endParaRPr>
          </a:p>
          <a:p>
            <a:r>
              <a:rPr lang="en-US" sz="1800" dirty="0">
                <a:solidFill>
                  <a:schemeClr val="tx1"/>
                </a:solidFill>
                <a:latin typeface="Aptos Display" panose="020B0004020202020204" pitchFamily="34" charset="0"/>
              </a:rPr>
              <a:t>Full prayer card showing title, description, notes, date created, date answered, and status badge.</a:t>
            </a:r>
          </a:p>
          <a:p>
            <a:pPr marL="0" indent="0">
              <a:buNone/>
            </a:pPr>
            <a:r>
              <a:rPr lang="en-US" sz="1800" b="1" dirty="0">
                <a:solidFill>
                  <a:schemeClr val="tx1"/>
                </a:solidFill>
                <a:highlight>
                  <a:srgbClr val="FF00FF"/>
                </a:highlight>
                <a:latin typeface="Aptos Display" panose="020B0004020202020204" pitchFamily="34" charset="0"/>
              </a:rPr>
              <a:t>Search Prayers</a:t>
            </a:r>
            <a:endParaRPr lang="en-US" sz="1800" dirty="0">
              <a:solidFill>
                <a:schemeClr val="tx1"/>
              </a:solidFill>
              <a:highlight>
                <a:srgbClr val="FF00FF"/>
              </a:highlight>
              <a:latin typeface="Aptos Display" panose="020B0004020202020204" pitchFamily="34" charset="0"/>
            </a:endParaRPr>
          </a:p>
          <a:p>
            <a:r>
              <a:rPr lang="en-US" sz="1800" dirty="0">
                <a:solidFill>
                  <a:schemeClr val="tx1"/>
                </a:solidFill>
                <a:latin typeface="Aptos Display" panose="020B0004020202020204" pitchFamily="34" charset="0"/>
              </a:rPr>
              <a:t>Keyword search returning matching prayers with result count above the table.</a:t>
            </a:r>
          </a:p>
          <a:p>
            <a:pPr marL="0" indent="0">
              <a:buNone/>
            </a:pPr>
            <a:r>
              <a:rPr lang="en-US" sz="1800" b="1" dirty="0">
                <a:solidFill>
                  <a:schemeClr val="tx1"/>
                </a:solidFill>
                <a:highlight>
                  <a:srgbClr val="FF00FF"/>
                </a:highlight>
                <a:latin typeface="Aptos Display" panose="020B0004020202020204" pitchFamily="34" charset="0"/>
              </a:rPr>
              <a:t>Categories</a:t>
            </a:r>
            <a:endParaRPr lang="en-US" sz="1800" dirty="0">
              <a:solidFill>
                <a:schemeClr val="tx1"/>
              </a:solidFill>
              <a:highlight>
                <a:srgbClr val="FF00FF"/>
              </a:highlight>
              <a:latin typeface="Aptos Display" panose="020B0004020202020204" pitchFamily="34" charset="0"/>
            </a:endParaRPr>
          </a:p>
          <a:p>
            <a:r>
              <a:rPr lang="en-US" sz="1800" dirty="0">
                <a:solidFill>
                  <a:schemeClr val="tx1"/>
                </a:solidFill>
                <a:latin typeface="Aptos Display" panose="020B0004020202020204" pitchFamily="34" charset="0"/>
              </a:rPr>
              <a:t>Color-coded categories list with add form at top and inline editing with Save and Cancel.</a:t>
            </a:r>
          </a:p>
          <a:p>
            <a:endParaRPr lang="en-US" sz="1600" dirty="0"/>
          </a:p>
        </p:txBody>
      </p:sp>
    </p:spTree>
    <p:extLst>
      <p:ext uri="{BB962C8B-B14F-4D97-AF65-F5344CB8AC3E}">
        <p14:creationId xmlns:p14="http://schemas.microsoft.com/office/powerpoint/2010/main" val="15373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238C-5159-766E-E467-F85266EFED81}"/>
              </a:ext>
            </a:extLst>
          </p:cNvPr>
          <p:cNvSpPr>
            <a:spLocks noGrp="1"/>
          </p:cNvSpPr>
          <p:nvPr>
            <p:ph type="title"/>
          </p:nvPr>
        </p:nvSpPr>
        <p:spPr>
          <a:xfrm>
            <a:off x="2139017" y="202557"/>
            <a:ext cx="4865966" cy="691327"/>
          </a:xfrm>
        </p:spPr>
        <p:txBody>
          <a:bodyPr>
            <a:normAutofit fontScale="90000"/>
          </a:bodyPr>
          <a:lstStyle/>
          <a:p>
            <a:r>
              <a:rPr lang="en-US" sz="3600" b="1" dirty="0">
                <a:latin typeface="Aptos Display" panose="020B0004020202020204" pitchFamily="34" charset="0"/>
                <a:ea typeface="Calibri" pitchFamily="34" charset="-122"/>
                <a:cs typeface="Calibri" pitchFamily="34" charset="-120"/>
              </a:rPr>
              <a:t>Lessons Learned</a:t>
            </a:r>
            <a:br>
              <a:rPr lang="en-US" dirty="0"/>
            </a:br>
            <a:endParaRPr lang="en-US" dirty="0"/>
          </a:p>
        </p:txBody>
      </p:sp>
      <p:pic>
        <p:nvPicPr>
          <p:cNvPr id="5" name="Picture 4" descr="Top view of cubes connected with black lines">
            <a:extLst>
              <a:ext uri="{FF2B5EF4-FFF2-40B4-BE49-F238E27FC236}">
                <a16:creationId xmlns:a16="http://schemas.microsoft.com/office/drawing/2014/main" id="{672FE455-B5CA-FBA6-740D-BA4C5BCE9DBE}"/>
              </a:ext>
            </a:extLst>
          </p:cNvPr>
          <p:cNvPicPr>
            <a:picLocks noChangeAspect="1"/>
          </p:cNvPicPr>
          <p:nvPr/>
        </p:nvPicPr>
        <p:blipFill>
          <a:blip r:embed="rId2">
            <a:duotone>
              <a:prstClr val="black"/>
              <a:schemeClr val="tx2">
                <a:tint val="45000"/>
                <a:satMod val="400000"/>
              </a:schemeClr>
            </a:duotone>
          </a:blip>
          <a:srcRect l="40946" r="31026" b="6010"/>
          <a:stretch>
            <a:fillRect/>
          </a:stretch>
        </p:blipFill>
        <p:spPr>
          <a:xfrm>
            <a:off x="20" y="10"/>
            <a:ext cx="2050522" cy="5157206"/>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93884"/>
            <a:ext cx="631947" cy="4249616"/>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A33888F-CFC1-11F0-77EC-5B51AB5777FC}"/>
              </a:ext>
            </a:extLst>
          </p:cNvPr>
          <p:cNvSpPr>
            <a:spLocks noGrp="1"/>
          </p:cNvSpPr>
          <p:nvPr>
            <p:ph idx="1"/>
          </p:nvPr>
        </p:nvSpPr>
        <p:spPr>
          <a:xfrm>
            <a:off x="2089535" y="1238492"/>
            <a:ext cx="6290536" cy="3447808"/>
          </a:xfrm>
        </p:spPr>
        <p:txBody>
          <a:bodyPr>
            <a:normAutofit fontScale="92500" lnSpcReduction="20000"/>
          </a:bodyPr>
          <a:lstStyle/>
          <a:p>
            <a:pPr>
              <a:lnSpc>
                <a:spcPct val="90000"/>
              </a:lnSpc>
            </a:pPr>
            <a:r>
              <a:rPr lang="en-US" sz="1700" dirty="0">
                <a:solidFill>
                  <a:schemeClr val="tx1"/>
                </a:solidFill>
                <a:latin typeface="Aptos Display" panose="020B0004020202020204" pitchFamily="34" charset="0"/>
              </a:rPr>
              <a:t>Before building a frontend feature, always check if the backend route exists. I had to add register and login routes to the API first.</a:t>
            </a:r>
          </a:p>
          <a:p>
            <a:pPr>
              <a:lnSpc>
                <a:spcPct val="90000"/>
              </a:lnSpc>
            </a:pPr>
            <a:r>
              <a:rPr lang="en-US" sz="1700" dirty="0">
                <a:solidFill>
                  <a:schemeClr val="tx1"/>
                </a:solidFill>
                <a:latin typeface="Aptos Display" panose="020B0004020202020204" pitchFamily="34" charset="0"/>
              </a:rPr>
              <a:t>Wrapping routes with </a:t>
            </a:r>
            <a:r>
              <a:rPr lang="en-US" sz="1700" dirty="0" err="1">
                <a:solidFill>
                  <a:schemeClr val="tx1"/>
                </a:solidFill>
                <a:latin typeface="Aptos Display" panose="020B0004020202020204" pitchFamily="34" charset="0"/>
              </a:rPr>
              <a:t>isLoggedIn</a:t>
            </a:r>
            <a:r>
              <a:rPr lang="en-US" sz="1700" dirty="0">
                <a:solidFill>
                  <a:schemeClr val="tx1"/>
                </a:solidFill>
                <a:latin typeface="Aptos Display" panose="020B0004020202020204" pitchFamily="34" charset="0"/>
              </a:rPr>
              <a:t> means users cannot bypass login by typing a URL directly. This is the foundation of any authentication system.</a:t>
            </a:r>
          </a:p>
          <a:p>
            <a:pPr>
              <a:lnSpc>
                <a:spcPct val="90000"/>
              </a:lnSpc>
            </a:pPr>
            <a:r>
              <a:rPr lang="en-US" sz="1700" dirty="0">
                <a:solidFill>
                  <a:schemeClr val="tx1"/>
                </a:solidFill>
                <a:latin typeface="Aptos Display" panose="020B0004020202020204" pitchFamily="34" charset="0"/>
              </a:rPr>
              <a:t>React Router makes adding new pages easy. Each new page is just a new component and a new route in App.js.</a:t>
            </a:r>
          </a:p>
          <a:p>
            <a:pPr>
              <a:lnSpc>
                <a:spcPct val="90000"/>
              </a:lnSpc>
            </a:pPr>
            <a:r>
              <a:rPr lang="en-US" sz="1700" dirty="0">
                <a:solidFill>
                  <a:schemeClr val="tx1"/>
                </a:solidFill>
                <a:latin typeface="Aptos Display" panose="020B0004020202020204" pitchFamily="34" charset="0"/>
              </a:rPr>
              <a:t>The Categories page uses inline editing — clicking Edit changes the table row into input fields. Better UX than navigating to a separate edit page.</a:t>
            </a:r>
          </a:p>
          <a:p>
            <a:pPr>
              <a:lnSpc>
                <a:spcPct val="90000"/>
              </a:lnSpc>
            </a:pPr>
            <a:r>
              <a:rPr lang="en-US" sz="1700" dirty="0">
                <a:solidFill>
                  <a:schemeClr val="tx1"/>
                </a:solidFill>
                <a:latin typeface="Aptos Display" panose="020B0004020202020204" pitchFamily="34" charset="0"/>
              </a:rPr>
              <a:t>The Search and Details pages reused the same Axios and </a:t>
            </a:r>
            <a:r>
              <a:rPr lang="en-US" sz="1700" dirty="0" err="1">
                <a:solidFill>
                  <a:schemeClr val="tx1"/>
                </a:solidFill>
                <a:latin typeface="Aptos Display" panose="020B0004020202020204" pitchFamily="34" charset="0"/>
              </a:rPr>
              <a:t>useEffect</a:t>
            </a:r>
            <a:r>
              <a:rPr lang="en-US" sz="1700" dirty="0">
                <a:solidFill>
                  <a:schemeClr val="tx1"/>
                </a:solidFill>
                <a:latin typeface="Aptos Display" panose="020B0004020202020204" pitchFamily="34" charset="0"/>
              </a:rPr>
              <a:t> patterns from </a:t>
            </a:r>
            <a:r>
              <a:rPr lang="en-US" sz="1700" dirty="0" err="1">
                <a:solidFill>
                  <a:schemeClr val="tx1"/>
                </a:solidFill>
                <a:latin typeface="Aptos Display" panose="020B0004020202020204" pitchFamily="34" charset="0"/>
              </a:rPr>
              <a:t>PrayerList</a:t>
            </a:r>
            <a:r>
              <a:rPr lang="en-US" sz="1700" dirty="0">
                <a:solidFill>
                  <a:schemeClr val="tx1"/>
                </a:solidFill>
                <a:latin typeface="Aptos Display" panose="020B0004020202020204" pitchFamily="34" charset="0"/>
              </a:rPr>
              <a:t>. One pattern learned means every new page is faster.</a:t>
            </a:r>
          </a:p>
          <a:p>
            <a:pPr>
              <a:lnSpc>
                <a:spcPct val="90000"/>
              </a:lnSpc>
            </a:pPr>
            <a:r>
              <a:rPr lang="en-US" sz="1700" dirty="0">
                <a:solidFill>
                  <a:schemeClr val="tx1"/>
                </a:solidFill>
                <a:latin typeface="Aptos Display" panose="020B0004020202020204" pitchFamily="34" charset="0"/>
              </a:rPr>
              <a:t>Testing from Register to Login to Add Prayer to Search confirmed all parts work together, not just individually.</a:t>
            </a:r>
          </a:p>
          <a:p>
            <a:pPr>
              <a:lnSpc>
                <a:spcPct val="90000"/>
              </a:lnSpc>
            </a:pPr>
            <a:endParaRPr lang="en-US" sz="1100" dirty="0"/>
          </a:p>
        </p:txBody>
      </p:sp>
    </p:spTree>
    <p:extLst>
      <p:ext uri="{BB962C8B-B14F-4D97-AF65-F5344CB8AC3E}">
        <p14:creationId xmlns:p14="http://schemas.microsoft.com/office/powerpoint/2010/main" val="2208803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AF23-AD13-3482-8944-F0CF1EDD313E}"/>
              </a:ext>
            </a:extLst>
          </p:cNvPr>
          <p:cNvSpPr>
            <a:spLocks noGrp="1"/>
          </p:cNvSpPr>
          <p:nvPr>
            <p:ph type="title"/>
          </p:nvPr>
        </p:nvSpPr>
        <p:spPr/>
        <p:txBody>
          <a:bodyPr>
            <a:normAutofit/>
          </a:bodyPr>
          <a:lstStyle/>
          <a:p>
            <a:r>
              <a:rPr lang="en-US" sz="3200" b="1" dirty="0">
                <a:latin typeface="Aptos Display" panose="020B0004020202020204" pitchFamily="34" charset="0"/>
                <a:ea typeface="Calibri" pitchFamily="34" charset="-122"/>
                <a:cs typeface="Calibri" pitchFamily="34" charset="-120"/>
              </a:rPr>
              <a:t>Website Accessibility</a:t>
            </a:r>
            <a:br>
              <a:rPr lang="en-US" sz="3600" dirty="0">
                <a:latin typeface="Aptos Display" panose="020B0004020202020204" pitchFamily="34" charset="0"/>
              </a:rPr>
            </a:br>
            <a:r>
              <a:rPr lang="en-US" sz="2400" dirty="0">
                <a:latin typeface="Aptos Display" panose="020B0004020202020204" pitchFamily="34" charset="0"/>
              </a:rPr>
              <a:t>A Christian Worldview Perspective</a:t>
            </a:r>
          </a:p>
        </p:txBody>
      </p:sp>
      <p:sp>
        <p:nvSpPr>
          <p:cNvPr id="3" name="Content Placeholder 2">
            <a:extLst>
              <a:ext uri="{FF2B5EF4-FFF2-40B4-BE49-F238E27FC236}">
                <a16:creationId xmlns:a16="http://schemas.microsoft.com/office/drawing/2014/main" id="{10F831F5-E0BA-A55D-1539-D2F4A297BB84}"/>
              </a:ext>
            </a:extLst>
          </p:cNvPr>
          <p:cNvSpPr>
            <a:spLocks noGrp="1"/>
          </p:cNvSpPr>
          <p:nvPr>
            <p:ph sz="half" idx="1"/>
          </p:nvPr>
        </p:nvSpPr>
        <p:spPr>
          <a:xfrm>
            <a:off x="508001" y="1620442"/>
            <a:ext cx="3647310" cy="2910579"/>
          </a:xfrm>
        </p:spPr>
        <p:txBody>
          <a:bodyPr>
            <a:normAutofit fontScale="40000" lnSpcReduction="20000"/>
          </a:bodyPr>
          <a:lstStyle/>
          <a:p>
            <a:pPr marL="0" indent="0">
              <a:buNone/>
            </a:pPr>
            <a:r>
              <a:rPr lang="en-US" sz="3600" b="1" dirty="0">
                <a:highlight>
                  <a:srgbClr val="FF00FF"/>
                </a:highlight>
                <a:latin typeface="Aptos Display" panose="020B0004020202020204" pitchFamily="34" charset="0"/>
              </a:rPr>
              <a:t>Our Duty as Web Developers</a:t>
            </a:r>
            <a:endParaRPr lang="en-US" sz="3600" dirty="0">
              <a:highlight>
                <a:srgbClr val="FF00FF"/>
              </a:highlight>
              <a:latin typeface="Aptos Display" panose="020B0004020202020204" pitchFamily="34" charset="0"/>
            </a:endParaRPr>
          </a:p>
          <a:p>
            <a:r>
              <a:rPr lang="en-US" sz="4200" dirty="0">
                <a:latin typeface="Aptos Display" panose="020B0004020202020204" pitchFamily="34" charset="0"/>
              </a:rPr>
              <a:t>As Christians, we believe every person is made in the image of God, including people with disabilities. When we build websites, we have a responsibility to make sure everyone can use them, regardless of ability. Accessibility means building apps that work for people who are blind, deaf, have motor disabilities, or have cognitive challenges.</a:t>
            </a:r>
          </a:p>
          <a:p>
            <a:endParaRPr lang="en-US" dirty="0"/>
          </a:p>
        </p:txBody>
      </p:sp>
      <p:sp>
        <p:nvSpPr>
          <p:cNvPr id="4" name="Content Placeholder 3">
            <a:extLst>
              <a:ext uri="{FF2B5EF4-FFF2-40B4-BE49-F238E27FC236}">
                <a16:creationId xmlns:a16="http://schemas.microsoft.com/office/drawing/2014/main" id="{D462A46A-6955-A084-EF00-8EB226201444}"/>
              </a:ext>
            </a:extLst>
          </p:cNvPr>
          <p:cNvSpPr>
            <a:spLocks noGrp="1"/>
          </p:cNvSpPr>
          <p:nvPr>
            <p:ph sz="half" idx="2"/>
          </p:nvPr>
        </p:nvSpPr>
        <p:spPr>
          <a:xfrm>
            <a:off x="4865238" y="1620442"/>
            <a:ext cx="3770761" cy="2910579"/>
          </a:xfrm>
        </p:spPr>
        <p:txBody>
          <a:bodyPr>
            <a:normAutofit fontScale="40000" lnSpcReduction="20000"/>
          </a:bodyPr>
          <a:lstStyle/>
          <a:p>
            <a:pPr marL="0" indent="0">
              <a:buNone/>
            </a:pPr>
            <a:r>
              <a:rPr lang="en-US" sz="3600" b="1" dirty="0">
                <a:solidFill>
                  <a:schemeClr val="tx1"/>
                </a:solidFill>
                <a:highlight>
                  <a:srgbClr val="FF00FF"/>
                </a:highlight>
                <a:latin typeface="Aptos Display" panose="020B0004020202020204" pitchFamily="34" charset="0"/>
              </a:rPr>
              <a:t>Best Practices for Accessibility</a:t>
            </a:r>
            <a:endParaRPr lang="en-US" sz="3600" dirty="0">
              <a:solidFill>
                <a:schemeClr val="tx1"/>
              </a:solidFill>
              <a:highlight>
                <a:srgbClr val="FF00FF"/>
              </a:highlight>
              <a:latin typeface="Aptos Display" panose="020B0004020202020204" pitchFamily="34" charset="0"/>
            </a:endParaRPr>
          </a:p>
          <a:p>
            <a:r>
              <a:rPr lang="en-US" sz="3600" dirty="0">
                <a:solidFill>
                  <a:schemeClr val="tx1"/>
                </a:solidFill>
                <a:latin typeface="Aptos Display" panose="020B0004020202020204" pitchFamily="34" charset="0"/>
              </a:rPr>
              <a:t>Use alt text on all images so screen readers can describe them</a:t>
            </a:r>
          </a:p>
          <a:p>
            <a:r>
              <a:rPr lang="en-US" sz="3600" dirty="0">
                <a:solidFill>
                  <a:schemeClr val="tx1"/>
                </a:solidFill>
                <a:latin typeface="Aptos Display" panose="020B0004020202020204" pitchFamily="34" charset="0"/>
              </a:rPr>
              <a:t>Use high color contrast so text is readable for people with low vision</a:t>
            </a:r>
          </a:p>
          <a:p>
            <a:r>
              <a:rPr lang="en-US" sz="3600" dirty="0">
                <a:solidFill>
                  <a:schemeClr val="tx1"/>
                </a:solidFill>
                <a:latin typeface="Aptos Display" panose="020B0004020202020204" pitchFamily="34" charset="0"/>
              </a:rPr>
              <a:t>Make all buttons and links keyboard-navigable without a mouse</a:t>
            </a:r>
          </a:p>
          <a:p>
            <a:r>
              <a:rPr lang="en-US" sz="3600" dirty="0">
                <a:solidFill>
                  <a:schemeClr val="tx1"/>
                </a:solidFill>
                <a:latin typeface="Aptos Display" panose="020B0004020202020204" pitchFamily="34" charset="0"/>
              </a:rPr>
              <a:t>Use clear, simple language so content is easy to understand</a:t>
            </a:r>
          </a:p>
          <a:p>
            <a:r>
              <a:rPr lang="en-US" sz="3600" dirty="0">
                <a:solidFill>
                  <a:schemeClr val="tx1"/>
                </a:solidFill>
                <a:latin typeface="Aptos Display" panose="020B0004020202020204" pitchFamily="34" charset="0"/>
              </a:rPr>
              <a:t>Add labels to all form inputs so screen readers identify them</a:t>
            </a:r>
          </a:p>
          <a:p>
            <a:endParaRPr lang="en-US" dirty="0"/>
          </a:p>
        </p:txBody>
      </p:sp>
    </p:spTree>
    <p:extLst>
      <p:ext uri="{BB962C8B-B14F-4D97-AF65-F5344CB8AC3E}">
        <p14:creationId xmlns:p14="http://schemas.microsoft.com/office/powerpoint/2010/main" val="68193170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2353</TotalTime>
  <Words>2591</Words>
  <Application>Microsoft Office PowerPoint</Application>
  <PresentationFormat>On-screen Show (16:9)</PresentationFormat>
  <Paragraphs>250</Paragraphs>
  <Slides>26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Calibri</vt:lpstr>
      <vt:lpstr>Gill Sans MT</vt:lpstr>
      <vt:lpstr>Trebuchet MS</vt:lpstr>
      <vt:lpstr>Wingdings 3</vt:lpstr>
      <vt:lpstr>Facet</vt:lpstr>
      <vt:lpstr>Prayer Notebook </vt:lpstr>
      <vt:lpstr>Presentation Agenda </vt:lpstr>
      <vt:lpstr>MILESTONE 3 Building the REST API </vt:lpstr>
      <vt:lpstr>Project Overview </vt:lpstr>
      <vt:lpstr>API Endpoints Created </vt:lpstr>
      <vt:lpstr>Challenges Encountered </vt:lpstr>
      <vt:lpstr>Pending Bugs and Issues </vt:lpstr>
      <vt:lpstr>Lessons Learned</vt:lpstr>
      <vt:lpstr>Milestone 3 Summary </vt:lpstr>
      <vt:lpstr>MILESTONE 4 Angular Frontend  </vt:lpstr>
      <vt:lpstr>Project Overview </vt:lpstr>
      <vt:lpstr>Application Features - CRUD Operations </vt:lpstr>
      <vt:lpstr>Challenges Encountered </vt:lpstr>
      <vt:lpstr>Pending Bugs and Known Issues </vt:lpstr>
      <vt:lpstr>Lessons Learned </vt:lpstr>
      <vt:lpstr>MILESTONE 5 React Frontend </vt:lpstr>
      <vt:lpstr>Project Overview </vt:lpstr>
      <vt:lpstr>PowerPoint Presentation</vt:lpstr>
      <vt:lpstr>PowerPoint Presentation</vt:lpstr>
      <vt:lpstr> Pending Bugs and Issues </vt:lpstr>
      <vt:lpstr>PowerPoint Presentation</vt:lpstr>
      <vt:lpstr>MILESTONE 6 Completed React Application </vt:lpstr>
      <vt:lpstr>What Was Added in Milestone 6 </vt:lpstr>
      <vt:lpstr>Application Pages Overview </vt:lpstr>
      <vt:lpstr>Lessons Learned </vt:lpstr>
      <vt:lpstr>Website Accessibility A Christian Worldview Perspective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CST-391 Prayer Notebook - Full Project Presentation</dc:title>
  <dc:subject>PptxGenJS Presentation</dc:subject>
  <dc:creator>Night O.</dc:creator>
  <cp:lastModifiedBy>SELINE BOWENS</cp:lastModifiedBy>
  <cp:revision>1</cp:revision>
  <dcterms:created xsi:type="dcterms:W3CDTF">2026-03-20T00:44:50Z</dcterms:created>
  <dcterms:modified xsi:type="dcterms:W3CDTF">2026-03-23T00:43:46Z</dcterms:modified>
</cp:coreProperties>
</file>